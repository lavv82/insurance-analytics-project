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4"/>
  </p:sldMasterIdLst>
  <p:notesMasterIdLst>
    <p:notesMasterId r:id="rId23"/>
  </p:notesMasterIdLst>
  <p:handoutMasterIdLst>
    <p:handoutMasterId r:id="rId24"/>
  </p:handoutMasterIdLst>
  <p:sldIdLst>
    <p:sldId id="312" r:id="rId5"/>
    <p:sldId id="304" r:id="rId6"/>
    <p:sldId id="307" r:id="rId7"/>
    <p:sldId id="281" r:id="rId8"/>
    <p:sldId id="323" r:id="rId9"/>
    <p:sldId id="324" r:id="rId10"/>
    <p:sldId id="325" r:id="rId11"/>
    <p:sldId id="326" r:id="rId12"/>
    <p:sldId id="327" r:id="rId13"/>
    <p:sldId id="328" r:id="rId14"/>
    <p:sldId id="317" r:id="rId15"/>
    <p:sldId id="322" r:id="rId16"/>
    <p:sldId id="329" r:id="rId17"/>
    <p:sldId id="330" r:id="rId18"/>
    <p:sldId id="331" r:id="rId19"/>
    <p:sldId id="332" r:id="rId20"/>
    <p:sldId id="297" r:id="rId21"/>
    <p:sldId id="333" r:id="rId22"/>
  </p:sldIdLst>
  <p:sldSz cx="12192000" cy="6858000"/>
  <p:notesSz cx="13716000" cy="2438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orient="horz" pos="2616" userDrawn="1">
          <p15:clr>
            <a:srgbClr val="A4A3A4"/>
          </p15:clr>
        </p15:guide>
        <p15:guide id="4" orient="horz" pos="3264" userDrawn="1">
          <p15:clr>
            <a:srgbClr val="A4A3A4"/>
          </p15:clr>
        </p15:guide>
        <p15:guide id="5" pos="6912" userDrawn="1">
          <p15:clr>
            <a:srgbClr val="A4A3A4"/>
          </p15:clr>
        </p15:guide>
        <p15:guide id="6" orient="horz" userDrawn="1">
          <p15:clr>
            <a:srgbClr val="A4A3A4"/>
          </p15:clr>
        </p15:guide>
        <p15:guide id="7" orient="horz" pos="4008" userDrawn="1">
          <p15:clr>
            <a:srgbClr val="A4A3A4"/>
          </p15:clr>
        </p15:guide>
        <p15:guide id="9" orient="horz" pos="2352" userDrawn="1">
          <p15:clr>
            <a:srgbClr val="A4A3A4"/>
          </p15:clr>
        </p15:guide>
        <p15:guide id="12" pos="6696" userDrawn="1">
          <p15:clr>
            <a:srgbClr val="A4A3A4"/>
          </p15:clr>
        </p15:guide>
        <p15:guide id="15" pos="2136" userDrawn="1">
          <p15:clr>
            <a:srgbClr val="A4A3A4"/>
          </p15:clr>
        </p15:guide>
        <p15:guide id="16" pos="2760" userDrawn="1">
          <p15:clr>
            <a:srgbClr val="A4A3A4"/>
          </p15:clr>
        </p15:guide>
        <p15:guide id="17" pos="3288" userDrawn="1">
          <p15:clr>
            <a:srgbClr val="A4A3A4"/>
          </p15:clr>
        </p15:guide>
        <p15:guide id="18" pos="4032" userDrawn="1">
          <p15:clr>
            <a:srgbClr val="A4A3A4"/>
          </p15:clr>
        </p15:guide>
        <p15:guide id="19" pos="4392" userDrawn="1">
          <p15:clr>
            <a:srgbClr val="A4A3A4"/>
          </p15:clr>
        </p15:guide>
        <p15:guide id="20" pos="4944" userDrawn="1">
          <p15:clr>
            <a:srgbClr val="A4A3A4"/>
          </p15:clr>
        </p15:guide>
        <p15:guide id="21" pos="5544" userDrawn="1">
          <p15:clr>
            <a:srgbClr val="A4A3A4"/>
          </p15:clr>
        </p15:guide>
        <p15:guide id="22" pos="6072" userDrawn="1">
          <p15:clr>
            <a:srgbClr val="A4A3A4"/>
          </p15:clr>
        </p15:guide>
        <p15:guide id="23" orient="horz" pos="2448" userDrawn="1">
          <p15:clr>
            <a:srgbClr val="A4A3A4"/>
          </p15:clr>
        </p15:guide>
        <p15:guide id="25" pos="5256" userDrawn="1">
          <p15:clr>
            <a:srgbClr val="A4A3A4"/>
          </p15:clr>
        </p15:guide>
        <p15:guide id="26" pos="7261"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AF6"/>
    <a:srgbClr val="FFEFEF"/>
    <a:srgbClr val="AAC3E8"/>
    <a:srgbClr val="202C8F"/>
    <a:srgbClr val="FDFBF6"/>
    <a:srgbClr val="AAC4E9"/>
    <a:srgbClr val="F5CDCE"/>
    <a:srgbClr val="DF8C8C"/>
    <a:srgbClr val="D4D593"/>
    <a:srgbClr val="E6F0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884D4C3-22FD-40CA-8BB0-2CC11FFB5EA3}" v="17" dt="2026-08-14T15:36:04.517"/>
  </p1510:revLst>
</p1510:revInfo>
</file>

<file path=ppt/tableStyles.xml><?xml version="1.0" encoding="utf-8"?>
<a:tblStyleLst xmlns:a="http://schemas.openxmlformats.org/drawingml/2006/main" def="{3B4B98B0-60AC-42C2-AFA5-B58CD77FA1E5}">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388" autoAdjust="0"/>
  </p:normalViewPr>
  <p:slideViewPr>
    <p:cSldViewPr snapToGrid="0" snapToObjects="1">
      <p:cViewPr varScale="1">
        <p:scale>
          <a:sx n="78" d="100"/>
          <a:sy n="78" d="100"/>
        </p:scale>
        <p:origin x="878" y="72"/>
      </p:cViewPr>
      <p:guideLst>
        <p:guide orient="horz" pos="2616"/>
        <p:guide orient="horz" pos="3264"/>
        <p:guide pos="6912"/>
        <p:guide orient="horz"/>
        <p:guide orient="horz" pos="4008"/>
        <p:guide orient="horz" pos="2352"/>
        <p:guide pos="6696"/>
        <p:guide pos="2136"/>
        <p:guide pos="2760"/>
        <p:guide pos="3288"/>
        <p:guide pos="4032"/>
        <p:guide pos="4392"/>
        <p:guide pos="4944"/>
        <p:guide pos="5544"/>
        <p:guide pos="6072"/>
        <p:guide orient="horz" pos="2448"/>
        <p:guide pos="5256"/>
        <p:guide pos="7261"/>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25" d="100"/>
          <a:sy n="25" d="100"/>
        </p:scale>
        <p:origin x="348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v Dubey" userId="7279828d398a9119" providerId="LiveId" clId="{2AA98B38-00A7-4B61-BAF4-C8311D89AA21}"/>
    <pc:docChg chg="undo redo custSel addSld delSld modSld sldOrd modMainMaster">
      <pc:chgData name="Lav Dubey" userId="7279828d398a9119" providerId="LiveId" clId="{2AA98B38-00A7-4B61-BAF4-C8311D89AA21}" dt="2026-08-14T15:36:04.517" v="1025"/>
      <pc:docMkLst>
        <pc:docMk/>
      </pc:docMkLst>
      <pc:sldChg chg="modSp mod modTransition">
        <pc:chgData name="Lav Dubey" userId="7279828d398a9119" providerId="LiveId" clId="{2AA98B38-00A7-4B61-BAF4-C8311D89AA21}" dt="2026-08-14T15:36:04.517" v="1025"/>
        <pc:sldMkLst>
          <pc:docMk/>
          <pc:sldMk cId="2952923800" sldId="281"/>
        </pc:sldMkLst>
        <pc:spChg chg="mod">
          <ac:chgData name="Lav Dubey" userId="7279828d398a9119" providerId="LiveId" clId="{2AA98B38-00A7-4B61-BAF4-C8311D89AA21}" dt="2026-08-13T09:16:13.016" v="933" actId="207"/>
          <ac:spMkLst>
            <pc:docMk/>
            <pc:sldMk cId="2952923800" sldId="281"/>
            <ac:spMk id="3" creationId="{A2E339BF-E6D7-DD0E-AF02-6813852EE723}"/>
          </ac:spMkLst>
        </pc:spChg>
      </pc:sldChg>
      <pc:sldChg chg="delSp modSp del mod">
        <pc:chgData name="Lav Dubey" userId="7279828d398a9119" providerId="LiveId" clId="{2AA98B38-00A7-4B61-BAF4-C8311D89AA21}" dt="2026-08-13T09:10:29.999" v="921" actId="47"/>
        <pc:sldMkLst>
          <pc:docMk/>
          <pc:sldMk cId="685681062" sldId="282"/>
        </pc:sldMkLst>
        <pc:spChg chg="mod">
          <ac:chgData name="Lav Dubey" userId="7279828d398a9119" providerId="LiveId" clId="{2AA98B38-00A7-4B61-BAF4-C8311D89AA21}" dt="2026-08-13T07:34:01.210" v="495" actId="1076"/>
          <ac:spMkLst>
            <pc:docMk/>
            <pc:sldMk cId="685681062" sldId="282"/>
            <ac:spMk id="2" creationId="{FD5E8954-9BCB-7FD9-A210-38DC54382D45}"/>
          </ac:spMkLst>
        </pc:spChg>
        <pc:spChg chg="mod">
          <ac:chgData name="Lav Dubey" userId="7279828d398a9119" providerId="LiveId" clId="{2AA98B38-00A7-4B61-BAF4-C8311D89AA21}" dt="2026-08-13T07:34:17.603" v="500" actId="14100"/>
          <ac:spMkLst>
            <pc:docMk/>
            <pc:sldMk cId="685681062" sldId="282"/>
            <ac:spMk id="3" creationId="{75111C33-898C-4414-4665-5136EB6FC126}"/>
          </ac:spMkLst>
        </pc:spChg>
        <pc:spChg chg="del mod">
          <ac:chgData name="Lav Dubey" userId="7279828d398a9119" providerId="LiveId" clId="{2AA98B38-00A7-4B61-BAF4-C8311D89AA21}" dt="2026-08-13T07:34:06.978" v="497" actId="478"/>
          <ac:spMkLst>
            <pc:docMk/>
            <pc:sldMk cId="685681062" sldId="282"/>
            <ac:spMk id="23" creationId="{94FF72B7-0438-3641-5939-75128934B0DF}"/>
          </ac:spMkLst>
        </pc:spChg>
      </pc:sldChg>
      <pc:sldChg chg="modSp mod modTransition">
        <pc:chgData name="Lav Dubey" userId="7279828d398a9119" providerId="LiveId" clId="{2AA98B38-00A7-4B61-BAF4-C8311D89AA21}" dt="2026-08-14T15:36:04.517" v="1025"/>
        <pc:sldMkLst>
          <pc:docMk/>
          <pc:sldMk cId="1973173046" sldId="297"/>
        </pc:sldMkLst>
        <pc:spChg chg="mod">
          <ac:chgData name="Lav Dubey" userId="7279828d398a9119" providerId="LiveId" clId="{2AA98B38-00A7-4B61-BAF4-C8311D89AA21}" dt="2026-08-13T09:05:14.676" v="880" actId="122"/>
          <ac:spMkLst>
            <pc:docMk/>
            <pc:sldMk cId="1973173046" sldId="297"/>
            <ac:spMk id="2" creationId="{509D22C5-0C9E-B582-A8FE-B45E70A01E7F}"/>
          </ac:spMkLst>
        </pc:spChg>
        <pc:spChg chg="mod">
          <ac:chgData name="Lav Dubey" userId="7279828d398a9119" providerId="LiveId" clId="{2AA98B38-00A7-4B61-BAF4-C8311D89AA21}" dt="2026-08-13T09:35:08.360" v="984" actId="14100"/>
          <ac:spMkLst>
            <pc:docMk/>
            <pc:sldMk cId="1973173046" sldId="297"/>
            <ac:spMk id="3" creationId="{D8B5CEF2-E667-BBB5-2EA6-C06F93B6DE12}"/>
          </ac:spMkLst>
        </pc:spChg>
      </pc:sldChg>
      <pc:sldChg chg="modSp mod modTransition">
        <pc:chgData name="Lav Dubey" userId="7279828d398a9119" providerId="LiveId" clId="{2AA98B38-00A7-4B61-BAF4-C8311D89AA21}" dt="2026-08-14T15:36:04.517" v="1025"/>
        <pc:sldMkLst>
          <pc:docMk/>
          <pc:sldMk cId="3913219759" sldId="304"/>
        </pc:sldMkLst>
        <pc:spChg chg="mod">
          <ac:chgData name="Lav Dubey" userId="7279828d398a9119" providerId="LiveId" clId="{2AA98B38-00A7-4B61-BAF4-C8311D89AA21}" dt="2026-08-13T09:07:16.199" v="920" actId="27636"/>
          <ac:spMkLst>
            <pc:docMk/>
            <pc:sldMk cId="3913219759" sldId="304"/>
            <ac:spMk id="3" creationId="{D4D22962-3C7F-E480-5C35-7F4860A098E1}"/>
          </ac:spMkLst>
        </pc:spChg>
      </pc:sldChg>
      <pc:sldChg chg="modSp mod modTransition">
        <pc:chgData name="Lav Dubey" userId="7279828d398a9119" providerId="LiveId" clId="{2AA98B38-00A7-4B61-BAF4-C8311D89AA21}" dt="2026-08-14T15:36:04.517" v="1025"/>
        <pc:sldMkLst>
          <pc:docMk/>
          <pc:sldMk cId="2906491918" sldId="307"/>
        </pc:sldMkLst>
        <pc:spChg chg="mod">
          <ac:chgData name="Lav Dubey" userId="7279828d398a9119" providerId="LiveId" clId="{2AA98B38-00A7-4B61-BAF4-C8311D89AA21}" dt="2026-08-13T09:17:20.625" v="938" actId="207"/>
          <ac:spMkLst>
            <pc:docMk/>
            <pc:sldMk cId="2906491918" sldId="307"/>
            <ac:spMk id="5" creationId="{BD326677-DA45-2EC2-0B4A-1E70B0427841}"/>
          </ac:spMkLst>
        </pc:spChg>
      </pc:sldChg>
      <pc:sldChg chg="modTransition">
        <pc:chgData name="Lav Dubey" userId="7279828d398a9119" providerId="LiveId" clId="{2AA98B38-00A7-4B61-BAF4-C8311D89AA21}" dt="2026-08-14T15:36:04.517" v="1025"/>
        <pc:sldMkLst>
          <pc:docMk/>
          <pc:sldMk cId="2202437675" sldId="312"/>
        </pc:sldMkLst>
      </pc:sldChg>
      <pc:sldChg chg="del">
        <pc:chgData name="Lav Dubey" userId="7279828d398a9119" providerId="LiveId" clId="{2AA98B38-00A7-4B61-BAF4-C8311D89AA21}" dt="2026-08-13T09:05:46.114" v="882" actId="2696"/>
        <pc:sldMkLst>
          <pc:docMk/>
          <pc:sldMk cId="1131718056" sldId="314"/>
        </pc:sldMkLst>
      </pc:sldChg>
      <pc:sldChg chg="del">
        <pc:chgData name="Lav Dubey" userId="7279828d398a9119" providerId="LiveId" clId="{2AA98B38-00A7-4B61-BAF4-C8311D89AA21}" dt="2026-08-13T09:05:50.883" v="883" actId="2696"/>
        <pc:sldMkLst>
          <pc:docMk/>
          <pc:sldMk cId="2468595790" sldId="315"/>
        </pc:sldMkLst>
      </pc:sldChg>
      <pc:sldChg chg="addSp delSp modSp mod modTransition">
        <pc:chgData name="Lav Dubey" userId="7279828d398a9119" providerId="LiveId" clId="{2AA98B38-00A7-4B61-BAF4-C8311D89AA21}" dt="2026-08-14T15:36:04.517" v="1025"/>
        <pc:sldMkLst>
          <pc:docMk/>
          <pc:sldMk cId="1941619646" sldId="317"/>
        </pc:sldMkLst>
        <pc:spChg chg="add del mod">
          <ac:chgData name="Lav Dubey" userId="7279828d398a9119" providerId="LiveId" clId="{2AA98B38-00A7-4B61-BAF4-C8311D89AA21}" dt="2026-08-14T15:31:46.734" v="1007"/>
          <ac:spMkLst>
            <pc:docMk/>
            <pc:sldMk cId="1941619646" sldId="317"/>
            <ac:spMk id="2" creationId="{18F042AA-F471-FC51-4E0F-C96B330C0BC4}"/>
          </ac:spMkLst>
        </pc:spChg>
        <pc:spChg chg="mod">
          <ac:chgData name="Lav Dubey" userId="7279828d398a9119" providerId="LiveId" clId="{2AA98B38-00A7-4B61-BAF4-C8311D89AA21}" dt="2026-08-13T08:33:57.738" v="854" actId="1076"/>
          <ac:spMkLst>
            <pc:docMk/>
            <pc:sldMk cId="1941619646" sldId="317"/>
            <ac:spMk id="3" creationId="{3D55F2D4-C20E-BEBC-1CCF-4449B0456A7E}"/>
          </ac:spMkLst>
        </pc:spChg>
        <pc:spChg chg="add del mod">
          <ac:chgData name="Lav Dubey" userId="7279828d398a9119" providerId="LiveId" clId="{2AA98B38-00A7-4B61-BAF4-C8311D89AA21}" dt="2026-08-14T15:31:52.685" v="1010" actId="478"/>
          <ac:spMkLst>
            <pc:docMk/>
            <pc:sldMk cId="1941619646" sldId="317"/>
            <ac:spMk id="4" creationId="{97A5AC9B-0310-8426-ECE2-AF7F8EB0EBC5}"/>
          </ac:spMkLst>
        </pc:spChg>
        <pc:spChg chg="del mod">
          <ac:chgData name="Lav Dubey" userId="7279828d398a9119" providerId="LiveId" clId="{2AA98B38-00A7-4B61-BAF4-C8311D89AA21}" dt="2026-08-13T08:34:02.652" v="856" actId="478"/>
          <ac:spMkLst>
            <pc:docMk/>
            <pc:sldMk cId="1941619646" sldId="317"/>
            <ac:spMk id="4" creationId="{C82CE1B8-1C92-D6D2-444B-652DB90E86D1}"/>
          </ac:spMkLst>
        </pc:spChg>
        <pc:spChg chg="add mod">
          <ac:chgData name="Lav Dubey" userId="7279828d398a9119" providerId="LiveId" clId="{2AA98B38-00A7-4B61-BAF4-C8311D89AA21}" dt="2026-08-13T09:31:24.022" v="974" actId="2711"/>
          <ac:spMkLst>
            <pc:docMk/>
            <pc:sldMk cId="1941619646" sldId="317"/>
            <ac:spMk id="5" creationId="{236555C3-AD5D-E8C6-28E9-1B734707DBAE}"/>
          </ac:spMkLst>
        </pc:spChg>
        <pc:spChg chg="add del mod">
          <ac:chgData name="Lav Dubey" userId="7279828d398a9119" providerId="LiveId" clId="{2AA98B38-00A7-4B61-BAF4-C8311D89AA21}" dt="2026-08-13T08:33:32.861" v="835" actId="478"/>
          <ac:spMkLst>
            <pc:docMk/>
            <pc:sldMk cId="1941619646" sldId="317"/>
            <ac:spMk id="7" creationId="{B4C717F7-0338-759C-B5B1-F252C26D5466}"/>
          </ac:spMkLst>
        </pc:spChg>
        <pc:spChg chg="del">
          <ac:chgData name="Lav Dubey" userId="7279828d398a9119" providerId="LiveId" clId="{2AA98B38-00A7-4B61-BAF4-C8311D89AA21}" dt="2026-08-13T08:33:30.455" v="834" actId="478"/>
          <ac:spMkLst>
            <pc:docMk/>
            <pc:sldMk cId="1941619646" sldId="317"/>
            <ac:spMk id="13" creationId="{58AC0C8B-8A7A-9FAE-2D0F-4D1C3A8C3FA5}"/>
          </ac:spMkLst>
        </pc:spChg>
        <pc:spChg chg="del">
          <ac:chgData name="Lav Dubey" userId="7279828d398a9119" providerId="LiveId" clId="{2AA98B38-00A7-4B61-BAF4-C8311D89AA21}" dt="2026-08-13T08:33:26.821" v="833" actId="478"/>
          <ac:spMkLst>
            <pc:docMk/>
            <pc:sldMk cId="1941619646" sldId="317"/>
            <ac:spMk id="14" creationId="{749C7CD1-A9AA-49E3-6734-AD9546F2DF5B}"/>
          </ac:spMkLst>
        </pc:spChg>
        <pc:picChg chg="mod modCrop">
          <ac:chgData name="Lav Dubey" userId="7279828d398a9119" providerId="LiveId" clId="{2AA98B38-00A7-4B61-BAF4-C8311D89AA21}" dt="2026-08-13T08:36:57.806" v="866" actId="14100"/>
          <ac:picMkLst>
            <pc:docMk/>
            <pc:sldMk cId="1941619646" sldId="317"/>
            <ac:picMk id="10" creationId="{DD0A0899-5B02-CEB5-E5DD-448B169C2377}"/>
          </ac:picMkLst>
        </pc:picChg>
      </pc:sldChg>
      <pc:sldChg chg="del">
        <pc:chgData name="Lav Dubey" userId="7279828d398a9119" providerId="LiveId" clId="{2AA98B38-00A7-4B61-BAF4-C8311D89AA21}" dt="2026-08-13T09:05:58.752" v="884" actId="2696"/>
        <pc:sldMkLst>
          <pc:docMk/>
          <pc:sldMk cId="4072101725" sldId="318"/>
        </pc:sldMkLst>
      </pc:sldChg>
      <pc:sldChg chg="del">
        <pc:chgData name="Lav Dubey" userId="7279828d398a9119" providerId="LiveId" clId="{2AA98B38-00A7-4B61-BAF4-C8311D89AA21}" dt="2026-08-13T09:06:02.217" v="885" actId="2696"/>
        <pc:sldMkLst>
          <pc:docMk/>
          <pc:sldMk cId="3969996159" sldId="319"/>
        </pc:sldMkLst>
      </pc:sldChg>
      <pc:sldChg chg="del">
        <pc:chgData name="Lav Dubey" userId="7279828d398a9119" providerId="LiveId" clId="{2AA98B38-00A7-4B61-BAF4-C8311D89AA21}" dt="2026-08-13T09:06:09.359" v="886" actId="2696"/>
        <pc:sldMkLst>
          <pc:docMk/>
          <pc:sldMk cId="2498021601" sldId="321"/>
        </pc:sldMkLst>
      </pc:sldChg>
      <pc:sldChg chg="addSp delSp modSp mod modTransition">
        <pc:chgData name="Lav Dubey" userId="7279828d398a9119" providerId="LiveId" clId="{2AA98B38-00A7-4B61-BAF4-C8311D89AA21}" dt="2026-08-14T15:36:04.517" v="1025"/>
        <pc:sldMkLst>
          <pc:docMk/>
          <pc:sldMk cId="1686213229" sldId="322"/>
        </pc:sldMkLst>
        <pc:spChg chg="mod">
          <ac:chgData name="Lav Dubey" userId="7279828d398a9119" providerId="LiveId" clId="{2AA98B38-00A7-4B61-BAF4-C8311D89AA21}" dt="2026-08-13T07:51:13.315" v="525" actId="1076"/>
          <ac:spMkLst>
            <pc:docMk/>
            <pc:sldMk cId="1686213229" sldId="322"/>
            <ac:spMk id="2" creationId="{4730A324-0737-F0DA-1F7D-10CBE06D7C3F}"/>
          </ac:spMkLst>
        </pc:spChg>
        <pc:spChg chg="del mod">
          <ac:chgData name="Lav Dubey" userId="7279828d398a9119" providerId="LiveId" clId="{2AA98B38-00A7-4B61-BAF4-C8311D89AA21}" dt="2026-08-13T07:49:18.703" v="504" actId="478"/>
          <ac:spMkLst>
            <pc:docMk/>
            <pc:sldMk cId="1686213229" sldId="322"/>
            <ac:spMk id="3" creationId="{AC21286A-7B29-3B58-1636-0F45723890AB}"/>
          </ac:spMkLst>
        </pc:spChg>
        <pc:spChg chg="add del mod">
          <ac:chgData name="Lav Dubey" userId="7279828d398a9119" providerId="LiveId" clId="{2AA98B38-00A7-4B61-BAF4-C8311D89AA21}" dt="2026-08-13T07:50:48.608" v="505" actId="931"/>
          <ac:spMkLst>
            <pc:docMk/>
            <pc:sldMk cId="1686213229" sldId="322"/>
            <ac:spMk id="6" creationId="{12268442-BBC5-54DC-959A-E8A57B9FDDB8}"/>
          </ac:spMkLst>
        </pc:spChg>
        <pc:graphicFrameChg chg="del modGraphic">
          <ac:chgData name="Lav Dubey" userId="7279828d398a9119" providerId="LiveId" clId="{2AA98B38-00A7-4B61-BAF4-C8311D89AA21}" dt="2026-08-13T07:49:04.745" v="502" actId="478"/>
          <ac:graphicFrameMkLst>
            <pc:docMk/>
            <pc:sldMk cId="1686213229" sldId="322"/>
            <ac:graphicFrameMk id="5" creationId="{AC0C7FF8-9CAF-6C67-C1E5-AF40401D0B3D}"/>
          </ac:graphicFrameMkLst>
        </pc:graphicFrameChg>
        <pc:picChg chg="add mod ord">
          <ac:chgData name="Lav Dubey" userId="7279828d398a9119" providerId="LiveId" clId="{2AA98B38-00A7-4B61-BAF4-C8311D89AA21}" dt="2026-08-13T07:51:24.463" v="527" actId="14100"/>
          <ac:picMkLst>
            <pc:docMk/>
            <pc:sldMk cId="1686213229" sldId="322"/>
            <ac:picMk id="8" creationId="{C56B0F64-79F6-DC65-3C6A-9ADB9C41C00A}"/>
          </ac:picMkLst>
        </pc:picChg>
      </pc:sldChg>
      <pc:sldChg chg="modSp mod modTransition">
        <pc:chgData name="Lav Dubey" userId="7279828d398a9119" providerId="LiveId" clId="{2AA98B38-00A7-4B61-BAF4-C8311D89AA21}" dt="2026-08-14T15:36:04.517" v="1025"/>
        <pc:sldMkLst>
          <pc:docMk/>
          <pc:sldMk cId="2240404864" sldId="323"/>
        </pc:sldMkLst>
        <pc:spChg chg="mod">
          <ac:chgData name="Lav Dubey" userId="7279828d398a9119" providerId="LiveId" clId="{2AA98B38-00A7-4B61-BAF4-C8311D89AA21}" dt="2026-08-13T09:16:18.899" v="934" actId="207"/>
          <ac:spMkLst>
            <pc:docMk/>
            <pc:sldMk cId="2240404864" sldId="323"/>
            <ac:spMk id="3" creationId="{FCB65BCB-4F98-7A62-68CA-3F19C8D0EF33}"/>
          </ac:spMkLst>
        </pc:spChg>
      </pc:sldChg>
      <pc:sldChg chg="addSp delSp modSp mod modTransition">
        <pc:chgData name="Lav Dubey" userId="7279828d398a9119" providerId="LiveId" clId="{2AA98B38-00A7-4B61-BAF4-C8311D89AA21}" dt="2026-08-14T15:36:04.517" v="1025"/>
        <pc:sldMkLst>
          <pc:docMk/>
          <pc:sldMk cId="3150439435" sldId="324"/>
        </pc:sldMkLst>
        <pc:spChg chg="mod">
          <ac:chgData name="Lav Dubey" userId="7279828d398a9119" providerId="LiveId" clId="{2AA98B38-00A7-4B61-BAF4-C8311D89AA21}" dt="2026-08-12T18:39:09.386" v="34" actId="20577"/>
          <ac:spMkLst>
            <pc:docMk/>
            <pc:sldMk cId="3150439435" sldId="324"/>
            <ac:spMk id="2" creationId="{25AA3324-D2B3-E785-C655-0EA7BE462CDE}"/>
          </ac:spMkLst>
        </pc:spChg>
        <pc:spChg chg="mod">
          <ac:chgData name="Lav Dubey" userId="7279828d398a9119" providerId="LiveId" clId="{2AA98B38-00A7-4B61-BAF4-C8311D89AA21}" dt="2026-08-13T09:16:24.247" v="935" actId="207"/>
          <ac:spMkLst>
            <pc:docMk/>
            <pc:sldMk cId="3150439435" sldId="324"/>
            <ac:spMk id="3" creationId="{CD01859B-3A58-BC42-7735-AC9B83801598}"/>
          </ac:spMkLst>
        </pc:spChg>
        <pc:picChg chg="add mod ord modCrop">
          <ac:chgData name="Lav Dubey" userId="7279828d398a9119" providerId="LiveId" clId="{2AA98B38-00A7-4B61-BAF4-C8311D89AA21}" dt="2026-08-12T18:43:31.098" v="55" actId="14100"/>
          <ac:picMkLst>
            <pc:docMk/>
            <pc:sldMk cId="3150439435" sldId="324"/>
            <ac:picMk id="8" creationId="{6964720E-2AA3-6B8C-A772-146E226F702E}"/>
          </ac:picMkLst>
        </pc:picChg>
      </pc:sldChg>
      <pc:sldChg chg="modSp add mod modTransition">
        <pc:chgData name="Lav Dubey" userId="7279828d398a9119" providerId="LiveId" clId="{2AA98B38-00A7-4B61-BAF4-C8311D89AA21}" dt="2026-08-14T15:36:04.517" v="1025"/>
        <pc:sldMkLst>
          <pc:docMk/>
          <pc:sldMk cId="3980289222" sldId="325"/>
        </pc:sldMkLst>
        <pc:spChg chg="mod">
          <ac:chgData name="Lav Dubey" userId="7279828d398a9119" providerId="LiveId" clId="{2AA98B38-00A7-4B61-BAF4-C8311D89AA21}" dt="2026-08-12T18:56:07.148" v="109" actId="20577"/>
          <ac:spMkLst>
            <pc:docMk/>
            <pc:sldMk cId="3980289222" sldId="325"/>
            <ac:spMk id="2" creationId="{CA465EA5-2D9A-C440-2B8F-792569C55F56}"/>
          </ac:spMkLst>
        </pc:spChg>
        <pc:spChg chg="mod">
          <ac:chgData name="Lav Dubey" userId="7279828d398a9119" providerId="LiveId" clId="{2AA98B38-00A7-4B61-BAF4-C8311D89AA21}" dt="2026-08-13T09:16:29.079" v="936" actId="207"/>
          <ac:spMkLst>
            <pc:docMk/>
            <pc:sldMk cId="3980289222" sldId="325"/>
            <ac:spMk id="3" creationId="{8F26E6F9-A46B-3FB5-B9AB-0FF632404477}"/>
          </ac:spMkLst>
        </pc:spChg>
        <pc:picChg chg="mod modCrop">
          <ac:chgData name="Lav Dubey" userId="7279828d398a9119" providerId="LiveId" clId="{2AA98B38-00A7-4B61-BAF4-C8311D89AA21}" dt="2026-08-12T18:57:06.389" v="118" actId="14100"/>
          <ac:picMkLst>
            <pc:docMk/>
            <pc:sldMk cId="3980289222" sldId="325"/>
            <ac:picMk id="8" creationId="{0766AACE-8239-A3FD-8A59-107DA0243CEE}"/>
          </ac:picMkLst>
        </pc:picChg>
      </pc:sldChg>
      <pc:sldChg chg="addSp modSp add mod modTransition">
        <pc:chgData name="Lav Dubey" userId="7279828d398a9119" providerId="LiveId" clId="{2AA98B38-00A7-4B61-BAF4-C8311D89AA21}" dt="2026-08-14T15:36:04.517" v="1025"/>
        <pc:sldMkLst>
          <pc:docMk/>
          <pc:sldMk cId="1984739382" sldId="326"/>
        </pc:sldMkLst>
        <pc:spChg chg="mod">
          <ac:chgData name="Lav Dubey" userId="7279828d398a9119" providerId="LiveId" clId="{2AA98B38-00A7-4B61-BAF4-C8311D89AA21}" dt="2026-08-12T19:06:24.897" v="198" actId="20577"/>
          <ac:spMkLst>
            <pc:docMk/>
            <pc:sldMk cId="1984739382" sldId="326"/>
            <ac:spMk id="2" creationId="{C4B1349A-9C5B-9E8D-D25D-A93AAF98F661}"/>
          </ac:spMkLst>
        </pc:spChg>
        <pc:spChg chg="mod">
          <ac:chgData name="Lav Dubey" userId="7279828d398a9119" providerId="LiveId" clId="{2AA98B38-00A7-4B61-BAF4-C8311D89AA21}" dt="2026-08-12T19:20:21.643" v="350" actId="5793"/>
          <ac:spMkLst>
            <pc:docMk/>
            <pc:sldMk cId="1984739382" sldId="326"/>
            <ac:spMk id="3" creationId="{887A7EE8-3080-EC75-F655-1851A765B502}"/>
          </ac:spMkLst>
        </pc:spChg>
        <pc:picChg chg="add mod">
          <ac:chgData name="Lav Dubey" userId="7279828d398a9119" providerId="LiveId" clId="{2AA98B38-00A7-4B61-BAF4-C8311D89AA21}" dt="2026-08-12T19:11:21.435" v="241" actId="1036"/>
          <ac:picMkLst>
            <pc:docMk/>
            <pc:sldMk cId="1984739382" sldId="326"/>
            <ac:picMk id="5" creationId="{509E9131-A868-EBDD-FD4D-B5FCDA66FDC6}"/>
          </ac:picMkLst>
        </pc:picChg>
        <pc:picChg chg="add mod">
          <ac:chgData name="Lav Dubey" userId="7279828d398a9119" providerId="LiveId" clId="{2AA98B38-00A7-4B61-BAF4-C8311D89AA21}" dt="2026-08-12T19:11:41.968" v="278" actId="1038"/>
          <ac:picMkLst>
            <pc:docMk/>
            <pc:sldMk cId="1984739382" sldId="326"/>
            <ac:picMk id="7" creationId="{B8650791-2342-6F2B-9C38-660C242097E5}"/>
          </ac:picMkLst>
        </pc:picChg>
        <pc:picChg chg="mod modCrop">
          <ac:chgData name="Lav Dubey" userId="7279828d398a9119" providerId="LiveId" clId="{2AA98B38-00A7-4B61-BAF4-C8311D89AA21}" dt="2026-08-12T19:09:22.184" v="207" actId="1076"/>
          <ac:picMkLst>
            <pc:docMk/>
            <pc:sldMk cId="1984739382" sldId="326"/>
            <ac:picMk id="8" creationId="{9BF12033-294E-1CF2-ACA9-309709A7DC5A}"/>
          </ac:picMkLst>
        </pc:picChg>
      </pc:sldChg>
      <pc:sldChg chg="modSp add mod ord modTransition">
        <pc:chgData name="Lav Dubey" userId="7279828d398a9119" providerId="LiveId" clId="{2AA98B38-00A7-4B61-BAF4-C8311D89AA21}" dt="2026-08-14T15:36:04.517" v="1025"/>
        <pc:sldMkLst>
          <pc:docMk/>
          <pc:sldMk cId="86707652" sldId="327"/>
        </pc:sldMkLst>
        <pc:spChg chg="mod">
          <ac:chgData name="Lav Dubey" userId="7279828d398a9119" providerId="LiveId" clId="{2AA98B38-00A7-4B61-BAF4-C8311D89AA21}" dt="2026-08-12T19:22:32.751" v="388" actId="20577"/>
          <ac:spMkLst>
            <pc:docMk/>
            <pc:sldMk cId="86707652" sldId="327"/>
            <ac:spMk id="2" creationId="{7613A646-8C05-35B6-EA12-8B42B122EEC6}"/>
          </ac:spMkLst>
        </pc:spChg>
        <pc:spChg chg="mod">
          <ac:chgData name="Lav Dubey" userId="7279828d398a9119" providerId="LiveId" clId="{2AA98B38-00A7-4B61-BAF4-C8311D89AA21}" dt="2026-08-13T09:16:45.753" v="937" actId="207"/>
          <ac:spMkLst>
            <pc:docMk/>
            <pc:sldMk cId="86707652" sldId="327"/>
            <ac:spMk id="3" creationId="{F9AD32DC-BC70-86A3-5B46-210DE1D26904}"/>
          </ac:spMkLst>
        </pc:spChg>
        <pc:picChg chg="mod">
          <ac:chgData name="Lav Dubey" userId="7279828d398a9119" providerId="LiveId" clId="{2AA98B38-00A7-4B61-BAF4-C8311D89AA21}" dt="2026-08-12T19:23:28.411" v="393" actId="14100"/>
          <ac:picMkLst>
            <pc:docMk/>
            <pc:sldMk cId="86707652" sldId="327"/>
            <ac:picMk id="8" creationId="{356D79A6-7370-4FE9-EA29-5A6EA867B6CB}"/>
          </ac:picMkLst>
        </pc:picChg>
      </pc:sldChg>
      <pc:sldChg chg="modSp add mod modTransition">
        <pc:chgData name="Lav Dubey" userId="7279828d398a9119" providerId="LiveId" clId="{2AA98B38-00A7-4B61-BAF4-C8311D89AA21}" dt="2026-08-14T15:36:04.517" v="1025"/>
        <pc:sldMkLst>
          <pc:docMk/>
          <pc:sldMk cId="1195062101" sldId="328"/>
        </pc:sldMkLst>
        <pc:spChg chg="mod">
          <ac:chgData name="Lav Dubey" userId="7279828d398a9119" providerId="LiveId" clId="{2AA98B38-00A7-4B61-BAF4-C8311D89AA21}" dt="2026-08-13T07:27:00.730" v="453" actId="20577"/>
          <ac:spMkLst>
            <pc:docMk/>
            <pc:sldMk cId="1195062101" sldId="328"/>
            <ac:spMk id="2" creationId="{82BCDC59-29B8-0AEE-BE28-07ECD24489A9}"/>
          </ac:spMkLst>
        </pc:spChg>
        <pc:spChg chg="mod">
          <ac:chgData name="Lav Dubey" userId="7279828d398a9119" providerId="LiveId" clId="{2AA98B38-00A7-4B61-BAF4-C8311D89AA21}" dt="2026-08-13T09:15:13.595" v="932" actId="20577"/>
          <ac:spMkLst>
            <pc:docMk/>
            <pc:sldMk cId="1195062101" sldId="328"/>
            <ac:spMk id="3" creationId="{15A9F072-6DC9-2FAB-9AE6-A2E39BFE53C0}"/>
          </ac:spMkLst>
        </pc:spChg>
        <pc:picChg chg="mod">
          <ac:chgData name="Lav Dubey" userId="7279828d398a9119" providerId="LiveId" clId="{2AA98B38-00A7-4B61-BAF4-C8311D89AA21}" dt="2026-08-13T07:23:22.552" v="421" actId="1037"/>
          <ac:picMkLst>
            <pc:docMk/>
            <pc:sldMk cId="1195062101" sldId="328"/>
            <ac:picMk id="8" creationId="{BDA068C4-B413-3A70-C732-F3D32C5FA06A}"/>
          </ac:picMkLst>
        </pc:picChg>
      </pc:sldChg>
      <pc:sldChg chg="addSp delSp modSp add mod modTransition">
        <pc:chgData name="Lav Dubey" userId="7279828d398a9119" providerId="LiveId" clId="{2AA98B38-00A7-4B61-BAF4-C8311D89AA21}" dt="2026-08-14T15:36:04.517" v="1025"/>
        <pc:sldMkLst>
          <pc:docMk/>
          <pc:sldMk cId="2299251222" sldId="329"/>
        </pc:sldMkLst>
        <pc:spChg chg="mod">
          <ac:chgData name="Lav Dubey" userId="7279828d398a9119" providerId="LiveId" clId="{2AA98B38-00A7-4B61-BAF4-C8311D89AA21}" dt="2026-08-13T07:57:03.382" v="559" actId="20577"/>
          <ac:spMkLst>
            <pc:docMk/>
            <pc:sldMk cId="2299251222" sldId="329"/>
            <ac:spMk id="2" creationId="{BC23D8D0-5D04-FCA7-A804-F2855E33C765}"/>
          </ac:spMkLst>
        </pc:spChg>
        <pc:spChg chg="add del mod">
          <ac:chgData name="Lav Dubey" userId="7279828d398a9119" providerId="LiveId" clId="{2AA98B38-00A7-4B61-BAF4-C8311D89AA21}" dt="2026-08-13T07:54:48.205" v="530" actId="931"/>
          <ac:spMkLst>
            <pc:docMk/>
            <pc:sldMk cId="2299251222" sldId="329"/>
            <ac:spMk id="4" creationId="{39F3CE19-E83F-1399-4464-2C47C809D55E}"/>
          </ac:spMkLst>
        </pc:spChg>
        <pc:picChg chg="add mod ord">
          <ac:chgData name="Lav Dubey" userId="7279828d398a9119" providerId="LiveId" clId="{2AA98B38-00A7-4B61-BAF4-C8311D89AA21}" dt="2026-08-13T07:56:24.111" v="544" actId="1076"/>
          <ac:picMkLst>
            <pc:docMk/>
            <pc:sldMk cId="2299251222" sldId="329"/>
            <ac:picMk id="6" creationId="{24419E51-E714-9E18-64D1-EB122AC4AA97}"/>
          </ac:picMkLst>
        </pc:picChg>
        <pc:picChg chg="del">
          <ac:chgData name="Lav Dubey" userId="7279828d398a9119" providerId="LiveId" clId="{2AA98B38-00A7-4B61-BAF4-C8311D89AA21}" dt="2026-08-13T07:54:34.656" v="529" actId="478"/>
          <ac:picMkLst>
            <pc:docMk/>
            <pc:sldMk cId="2299251222" sldId="329"/>
            <ac:picMk id="8" creationId="{5C93E3FF-B04F-A219-8089-64641855A864}"/>
          </ac:picMkLst>
        </pc:picChg>
        <pc:picChg chg="add mod">
          <ac:chgData name="Lav Dubey" userId="7279828d398a9119" providerId="LiveId" clId="{2AA98B38-00A7-4B61-BAF4-C8311D89AA21}" dt="2026-08-13T07:56:46.508" v="548" actId="1076"/>
          <ac:picMkLst>
            <pc:docMk/>
            <pc:sldMk cId="2299251222" sldId="329"/>
            <ac:picMk id="9" creationId="{BC791C99-6D0D-4907-7251-7A9660C8F401}"/>
          </ac:picMkLst>
        </pc:picChg>
      </pc:sldChg>
      <pc:sldChg chg="modSp add mod modTransition">
        <pc:chgData name="Lav Dubey" userId="7279828d398a9119" providerId="LiveId" clId="{2AA98B38-00A7-4B61-BAF4-C8311D89AA21}" dt="2026-08-14T15:36:04.517" v="1025"/>
        <pc:sldMkLst>
          <pc:docMk/>
          <pc:sldMk cId="719072421" sldId="330"/>
        </pc:sldMkLst>
        <pc:spChg chg="mod">
          <ac:chgData name="Lav Dubey" userId="7279828d398a9119" providerId="LiveId" clId="{2AA98B38-00A7-4B61-BAF4-C8311D89AA21}" dt="2026-08-13T07:59:15.895" v="594" actId="20577"/>
          <ac:spMkLst>
            <pc:docMk/>
            <pc:sldMk cId="719072421" sldId="330"/>
            <ac:spMk id="2" creationId="{2EA63C85-0AD6-837B-D17B-B40BF265A02A}"/>
          </ac:spMkLst>
        </pc:spChg>
        <pc:picChg chg="mod">
          <ac:chgData name="Lav Dubey" userId="7279828d398a9119" providerId="LiveId" clId="{2AA98B38-00A7-4B61-BAF4-C8311D89AA21}" dt="2026-08-13T07:58:22.968" v="561" actId="14826"/>
          <ac:picMkLst>
            <pc:docMk/>
            <pc:sldMk cId="719072421" sldId="330"/>
            <ac:picMk id="6" creationId="{5AAF9A14-61B2-CC45-4F8C-FF5163CE0B15}"/>
          </ac:picMkLst>
        </pc:picChg>
        <pc:picChg chg="mod">
          <ac:chgData name="Lav Dubey" userId="7279828d398a9119" providerId="LiveId" clId="{2AA98B38-00A7-4B61-BAF4-C8311D89AA21}" dt="2026-08-13T07:58:48.721" v="565" actId="14100"/>
          <ac:picMkLst>
            <pc:docMk/>
            <pc:sldMk cId="719072421" sldId="330"/>
            <ac:picMk id="9" creationId="{F263C4FD-2CD2-8A08-9896-D442C38FE2BC}"/>
          </ac:picMkLst>
        </pc:picChg>
      </pc:sldChg>
      <pc:sldChg chg="addSp delSp modSp add mod modTransition">
        <pc:chgData name="Lav Dubey" userId="7279828d398a9119" providerId="LiveId" clId="{2AA98B38-00A7-4B61-BAF4-C8311D89AA21}" dt="2026-08-14T15:36:04.517" v="1025"/>
        <pc:sldMkLst>
          <pc:docMk/>
          <pc:sldMk cId="387597224" sldId="331"/>
        </pc:sldMkLst>
        <pc:spChg chg="mod">
          <ac:chgData name="Lav Dubey" userId="7279828d398a9119" providerId="LiveId" clId="{2AA98B38-00A7-4B61-BAF4-C8311D89AA21}" dt="2026-08-13T08:32:24.662" v="832" actId="20577"/>
          <ac:spMkLst>
            <pc:docMk/>
            <pc:sldMk cId="387597224" sldId="331"/>
            <ac:spMk id="2" creationId="{3BF4F7F5-0267-0C84-95FC-ECC5096858C8}"/>
          </ac:spMkLst>
        </pc:spChg>
        <pc:spChg chg="add del mod">
          <ac:chgData name="Lav Dubey" userId="7279828d398a9119" providerId="LiveId" clId="{2AA98B38-00A7-4B61-BAF4-C8311D89AA21}" dt="2026-08-13T08:10:31.967" v="607" actId="478"/>
          <ac:spMkLst>
            <pc:docMk/>
            <pc:sldMk cId="387597224" sldId="331"/>
            <ac:spMk id="4" creationId="{C31F0D47-02D0-7DE6-C764-D868B5D8F24E}"/>
          </ac:spMkLst>
        </pc:spChg>
        <pc:spChg chg="add del mod">
          <ac:chgData name="Lav Dubey" userId="7279828d398a9119" providerId="LiveId" clId="{2AA98B38-00A7-4B61-BAF4-C8311D89AA21}" dt="2026-08-13T08:13:02.514" v="608" actId="931"/>
          <ac:spMkLst>
            <pc:docMk/>
            <pc:sldMk cId="387597224" sldId="331"/>
            <ac:spMk id="7" creationId="{CDD2F891-9C4E-7F1C-C2C6-3C6D80B41EC0}"/>
          </ac:spMkLst>
        </pc:spChg>
        <pc:spChg chg="add del mod">
          <ac:chgData name="Lav Dubey" userId="7279828d398a9119" providerId="LiveId" clId="{2AA98B38-00A7-4B61-BAF4-C8311D89AA21}" dt="2026-08-13T08:21:45.766" v="738" actId="478"/>
          <ac:spMkLst>
            <pc:docMk/>
            <pc:sldMk cId="387597224" sldId="331"/>
            <ac:spMk id="34" creationId="{DF15789A-8FAF-189F-7B4E-E516B20551E3}"/>
          </ac:spMkLst>
        </pc:spChg>
        <pc:picChg chg="del">
          <ac:chgData name="Lav Dubey" userId="7279828d398a9119" providerId="LiveId" clId="{2AA98B38-00A7-4B61-BAF4-C8311D89AA21}" dt="2026-08-13T08:08:44.058" v="596" actId="478"/>
          <ac:picMkLst>
            <pc:docMk/>
            <pc:sldMk cId="387597224" sldId="331"/>
            <ac:picMk id="6" creationId="{24F4D050-E3A4-77F9-B3E2-3E87BF1EB679}"/>
          </ac:picMkLst>
        </pc:picChg>
        <pc:picChg chg="del">
          <ac:chgData name="Lav Dubey" userId="7279828d398a9119" providerId="LiveId" clId="{2AA98B38-00A7-4B61-BAF4-C8311D89AA21}" dt="2026-08-13T08:08:50.562" v="597" actId="478"/>
          <ac:picMkLst>
            <pc:docMk/>
            <pc:sldMk cId="387597224" sldId="331"/>
            <ac:picMk id="9" creationId="{2C36E84B-E175-ECC4-EED7-F20739C47288}"/>
          </ac:picMkLst>
        </pc:picChg>
        <pc:picChg chg="add del mod ord">
          <ac:chgData name="Lav Dubey" userId="7279828d398a9119" providerId="LiveId" clId="{2AA98B38-00A7-4B61-BAF4-C8311D89AA21}" dt="2026-08-13T08:21:35.564" v="735" actId="478"/>
          <ac:picMkLst>
            <pc:docMk/>
            <pc:sldMk cId="387597224" sldId="331"/>
            <ac:picMk id="10" creationId="{6B059A60-A3D0-6435-0FE3-769578E9D0E9}"/>
          </ac:picMkLst>
        </pc:picChg>
        <pc:picChg chg="add del mod">
          <ac:chgData name="Lav Dubey" userId="7279828d398a9119" providerId="LiveId" clId="{2AA98B38-00A7-4B61-BAF4-C8311D89AA21}" dt="2026-08-13T08:21:37.944" v="736" actId="478"/>
          <ac:picMkLst>
            <pc:docMk/>
            <pc:sldMk cId="387597224" sldId="331"/>
            <ac:picMk id="12" creationId="{A20A49AC-0985-B6C4-53EE-C85836BD1649}"/>
          </ac:picMkLst>
        </pc:picChg>
        <pc:picChg chg="del mod">
          <ac:chgData name="Lav Dubey" userId="7279828d398a9119" providerId="LiveId" clId="{2AA98B38-00A7-4B61-BAF4-C8311D89AA21}" dt="2026-08-13T08:21:42.120" v="737" actId="478"/>
          <ac:picMkLst>
            <pc:docMk/>
            <pc:sldMk cId="387597224" sldId="331"/>
            <ac:picMk id="14" creationId="{75C06123-4CEE-0BE0-B617-9DC7B20952F4}"/>
          </ac:picMkLst>
        </pc:picChg>
        <pc:picChg chg="add del mod">
          <ac:chgData name="Lav Dubey" userId="7279828d398a9119" providerId="LiveId" clId="{2AA98B38-00A7-4B61-BAF4-C8311D89AA21}" dt="2026-08-13T08:21:33.083" v="734" actId="478"/>
          <ac:picMkLst>
            <pc:docMk/>
            <pc:sldMk cId="387597224" sldId="331"/>
            <ac:picMk id="16" creationId="{169652A3-544D-2A7F-B2E0-811934B7A430}"/>
          </ac:picMkLst>
        </pc:picChg>
        <pc:picChg chg="add del mod">
          <ac:chgData name="Lav Dubey" userId="7279828d398a9119" providerId="LiveId" clId="{2AA98B38-00A7-4B61-BAF4-C8311D89AA21}" dt="2026-08-13T08:21:31.147" v="733" actId="478"/>
          <ac:picMkLst>
            <pc:docMk/>
            <pc:sldMk cId="387597224" sldId="331"/>
            <ac:picMk id="18" creationId="{CB406780-BE98-D08C-4D3D-F0853C9AB7B0}"/>
          </ac:picMkLst>
        </pc:picChg>
        <pc:picChg chg="add del mod">
          <ac:chgData name="Lav Dubey" userId="7279828d398a9119" providerId="LiveId" clId="{2AA98B38-00A7-4B61-BAF4-C8311D89AA21}" dt="2026-08-13T08:21:29.255" v="732" actId="478"/>
          <ac:picMkLst>
            <pc:docMk/>
            <pc:sldMk cId="387597224" sldId="331"/>
            <ac:picMk id="20" creationId="{C4F9BAB3-6A75-FA3F-6E7D-48650E3185E6}"/>
          </ac:picMkLst>
        </pc:picChg>
        <pc:picChg chg="add mod">
          <ac:chgData name="Lav Dubey" userId="7279828d398a9119" providerId="LiveId" clId="{2AA98B38-00A7-4B61-BAF4-C8311D89AA21}" dt="2026-08-13T08:25:51.713" v="761" actId="208"/>
          <ac:picMkLst>
            <pc:docMk/>
            <pc:sldMk cId="387597224" sldId="331"/>
            <ac:picMk id="22" creationId="{6118670E-581E-EB1A-985C-00CC7D88891C}"/>
          </ac:picMkLst>
        </pc:picChg>
        <pc:picChg chg="add mod">
          <ac:chgData name="Lav Dubey" userId="7279828d398a9119" providerId="LiveId" clId="{2AA98B38-00A7-4B61-BAF4-C8311D89AA21}" dt="2026-08-13T08:25:51.713" v="761" actId="208"/>
          <ac:picMkLst>
            <pc:docMk/>
            <pc:sldMk cId="387597224" sldId="331"/>
            <ac:picMk id="24" creationId="{591ADE09-86FF-3ACC-7AB2-DCF36E2E6203}"/>
          </ac:picMkLst>
        </pc:picChg>
        <pc:picChg chg="add mod">
          <ac:chgData name="Lav Dubey" userId="7279828d398a9119" providerId="LiveId" clId="{2AA98B38-00A7-4B61-BAF4-C8311D89AA21}" dt="2026-08-13T08:25:51.713" v="761" actId="208"/>
          <ac:picMkLst>
            <pc:docMk/>
            <pc:sldMk cId="387597224" sldId="331"/>
            <ac:picMk id="26" creationId="{1323F175-1691-B620-F0D8-EFDBE371EA2F}"/>
          </ac:picMkLst>
        </pc:picChg>
        <pc:picChg chg="mod">
          <ac:chgData name="Lav Dubey" userId="7279828d398a9119" providerId="LiveId" clId="{2AA98B38-00A7-4B61-BAF4-C8311D89AA21}" dt="2026-08-13T08:25:51.713" v="761" actId="208"/>
          <ac:picMkLst>
            <pc:docMk/>
            <pc:sldMk cId="387597224" sldId="331"/>
            <ac:picMk id="28" creationId="{871E9620-B105-A80D-3193-C1ADED415A31}"/>
          </ac:picMkLst>
        </pc:picChg>
        <pc:picChg chg="add mod">
          <ac:chgData name="Lav Dubey" userId="7279828d398a9119" providerId="LiveId" clId="{2AA98B38-00A7-4B61-BAF4-C8311D89AA21}" dt="2026-08-13T08:25:51.713" v="761" actId="208"/>
          <ac:picMkLst>
            <pc:docMk/>
            <pc:sldMk cId="387597224" sldId="331"/>
            <ac:picMk id="30" creationId="{934AA2D7-D4E6-EE81-E8F0-0CD0BAF4C84B}"/>
          </ac:picMkLst>
        </pc:picChg>
        <pc:picChg chg="mod">
          <ac:chgData name="Lav Dubey" userId="7279828d398a9119" providerId="LiveId" clId="{2AA98B38-00A7-4B61-BAF4-C8311D89AA21}" dt="2026-08-13T08:25:39.835" v="760" actId="208"/>
          <ac:picMkLst>
            <pc:docMk/>
            <pc:sldMk cId="387597224" sldId="331"/>
            <ac:picMk id="32" creationId="{1E9C9539-F9AE-8AEB-B722-02B349054AAF}"/>
          </ac:picMkLst>
        </pc:picChg>
      </pc:sldChg>
      <pc:sldChg chg="delSp modSp add mod modTransition">
        <pc:chgData name="Lav Dubey" userId="7279828d398a9119" providerId="LiveId" clId="{2AA98B38-00A7-4B61-BAF4-C8311D89AA21}" dt="2026-08-14T15:36:04.517" v="1025"/>
        <pc:sldMkLst>
          <pc:docMk/>
          <pc:sldMk cId="2395868912" sldId="332"/>
        </pc:sldMkLst>
        <pc:spChg chg="mod">
          <ac:chgData name="Lav Dubey" userId="7279828d398a9119" providerId="LiveId" clId="{2AA98B38-00A7-4B61-BAF4-C8311D89AA21}" dt="2026-08-13T08:32:10.753" v="830" actId="404"/>
          <ac:spMkLst>
            <pc:docMk/>
            <pc:sldMk cId="2395868912" sldId="332"/>
            <ac:spMk id="2" creationId="{41036072-9607-9AE3-006F-39F53C3D0441}"/>
          </ac:spMkLst>
        </pc:spChg>
        <pc:picChg chg="mod">
          <ac:chgData name="Lav Dubey" userId="7279828d398a9119" providerId="LiveId" clId="{2AA98B38-00A7-4B61-BAF4-C8311D89AA21}" dt="2026-08-13T08:26:12.763" v="762" actId="208"/>
          <ac:picMkLst>
            <pc:docMk/>
            <pc:sldMk cId="2395868912" sldId="332"/>
            <ac:picMk id="10" creationId="{00F7D1DB-844C-92F4-9F88-EAC897DE2F99}"/>
          </ac:picMkLst>
        </pc:picChg>
        <pc:picChg chg="mod">
          <ac:chgData name="Lav Dubey" userId="7279828d398a9119" providerId="LiveId" clId="{2AA98B38-00A7-4B61-BAF4-C8311D89AA21}" dt="2026-08-13T08:26:12.763" v="762" actId="208"/>
          <ac:picMkLst>
            <pc:docMk/>
            <pc:sldMk cId="2395868912" sldId="332"/>
            <ac:picMk id="12" creationId="{906B0233-907C-215A-F4B0-1C5CCA366887}"/>
          </ac:picMkLst>
        </pc:picChg>
        <pc:picChg chg="mod">
          <ac:chgData name="Lav Dubey" userId="7279828d398a9119" providerId="LiveId" clId="{2AA98B38-00A7-4B61-BAF4-C8311D89AA21}" dt="2026-08-13T08:26:12.763" v="762" actId="208"/>
          <ac:picMkLst>
            <pc:docMk/>
            <pc:sldMk cId="2395868912" sldId="332"/>
            <ac:picMk id="14" creationId="{F585C1B4-66B3-51C5-EEA9-39EC7A3C2D2E}"/>
          </ac:picMkLst>
        </pc:picChg>
        <pc:picChg chg="mod">
          <ac:chgData name="Lav Dubey" userId="7279828d398a9119" providerId="LiveId" clId="{2AA98B38-00A7-4B61-BAF4-C8311D89AA21}" dt="2026-08-13T08:26:12.763" v="762" actId="208"/>
          <ac:picMkLst>
            <pc:docMk/>
            <pc:sldMk cId="2395868912" sldId="332"/>
            <ac:picMk id="16" creationId="{B2104B45-7C0C-2633-6E91-D6A3DC5CFA6B}"/>
          </ac:picMkLst>
        </pc:picChg>
        <pc:picChg chg="mod">
          <ac:chgData name="Lav Dubey" userId="7279828d398a9119" providerId="LiveId" clId="{2AA98B38-00A7-4B61-BAF4-C8311D89AA21}" dt="2026-08-13T08:26:12.763" v="762" actId="208"/>
          <ac:picMkLst>
            <pc:docMk/>
            <pc:sldMk cId="2395868912" sldId="332"/>
            <ac:picMk id="18" creationId="{2356B1BB-4919-8CAC-BABA-E11C0643D58A}"/>
          </ac:picMkLst>
        </pc:picChg>
        <pc:picChg chg="mod">
          <ac:chgData name="Lav Dubey" userId="7279828d398a9119" providerId="LiveId" clId="{2AA98B38-00A7-4B61-BAF4-C8311D89AA21}" dt="2026-08-13T08:26:12.763" v="762" actId="208"/>
          <ac:picMkLst>
            <pc:docMk/>
            <pc:sldMk cId="2395868912" sldId="332"/>
            <ac:picMk id="20" creationId="{4A6FFB90-5E71-3E00-4655-71D19E3BB161}"/>
          </ac:picMkLst>
        </pc:picChg>
        <pc:picChg chg="del">
          <ac:chgData name="Lav Dubey" userId="7279828d398a9119" providerId="LiveId" clId="{2AA98B38-00A7-4B61-BAF4-C8311D89AA21}" dt="2026-08-13T08:18:52.045" v="667" actId="478"/>
          <ac:picMkLst>
            <pc:docMk/>
            <pc:sldMk cId="2395868912" sldId="332"/>
            <ac:picMk id="22" creationId="{72C34BE8-D128-BB83-56DD-4107AB1FB8BF}"/>
          </ac:picMkLst>
        </pc:picChg>
        <pc:picChg chg="del mod">
          <ac:chgData name="Lav Dubey" userId="7279828d398a9119" providerId="LiveId" clId="{2AA98B38-00A7-4B61-BAF4-C8311D89AA21}" dt="2026-08-13T08:25:13.676" v="759" actId="478"/>
          <ac:picMkLst>
            <pc:docMk/>
            <pc:sldMk cId="2395868912" sldId="332"/>
            <ac:picMk id="24" creationId="{510F85B7-F303-28A1-FD05-233B20FB0B80}"/>
          </ac:picMkLst>
        </pc:picChg>
        <pc:picChg chg="del">
          <ac:chgData name="Lav Dubey" userId="7279828d398a9119" providerId="LiveId" clId="{2AA98B38-00A7-4B61-BAF4-C8311D89AA21}" dt="2026-08-13T08:18:58.448" v="670" actId="478"/>
          <ac:picMkLst>
            <pc:docMk/>
            <pc:sldMk cId="2395868912" sldId="332"/>
            <ac:picMk id="26" creationId="{0FBCD8D5-4A8E-C9A3-471B-02F68FD2C538}"/>
          </ac:picMkLst>
        </pc:picChg>
        <pc:picChg chg="del">
          <ac:chgData name="Lav Dubey" userId="7279828d398a9119" providerId="LiveId" clId="{2AA98B38-00A7-4B61-BAF4-C8311D89AA21}" dt="2026-08-13T08:18:44.349" v="666" actId="478"/>
          <ac:picMkLst>
            <pc:docMk/>
            <pc:sldMk cId="2395868912" sldId="332"/>
            <ac:picMk id="28" creationId="{CDC05C94-5185-8FCE-F167-AFA51E501A98}"/>
          </ac:picMkLst>
        </pc:picChg>
        <pc:picChg chg="del">
          <ac:chgData name="Lav Dubey" userId="7279828d398a9119" providerId="LiveId" clId="{2AA98B38-00A7-4B61-BAF4-C8311D89AA21}" dt="2026-08-13T08:18:54.769" v="668" actId="478"/>
          <ac:picMkLst>
            <pc:docMk/>
            <pc:sldMk cId="2395868912" sldId="332"/>
            <ac:picMk id="30" creationId="{5F8C9BC8-60D2-69A8-563A-F7954B129E64}"/>
          </ac:picMkLst>
        </pc:picChg>
        <pc:picChg chg="del">
          <ac:chgData name="Lav Dubey" userId="7279828d398a9119" providerId="LiveId" clId="{2AA98B38-00A7-4B61-BAF4-C8311D89AA21}" dt="2026-08-13T08:18:56.457" v="669" actId="478"/>
          <ac:picMkLst>
            <pc:docMk/>
            <pc:sldMk cId="2395868912" sldId="332"/>
            <ac:picMk id="32" creationId="{43A8F0B7-4F55-A2B0-DAA6-2DE249228B30}"/>
          </ac:picMkLst>
        </pc:picChg>
      </pc:sldChg>
      <pc:sldChg chg="delSp modSp add mod modTransition">
        <pc:chgData name="Lav Dubey" userId="7279828d398a9119" providerId="LiveId" clId="{2AA98B38-00A7-4B61-BAF4-C8311D89AA21}" dt="2026-08-14T15:36:04.517" v="1025"/>
        <pc:sldMkLst>
          <pc:docMk/>
          <pc:sldMk cId="1089081489" sldId="333"/>
        </pc:sldMkLst>
        <pc:spChg chg="mod">
          <ac:chgData name="Lav Dubey" userId="7279828d398a9119" providerId="LiveId" clId="{2AA98B38-00A7-4B61-BAF4-C8311D89AA21}" dt="2026-08-13T09:37:26.665" v="1004" actId="2711"/>
          <ac:spMkLst>
            <pc:docMk/>
            <pc:sldMk cId="1089081489" sldId="333"/>
            <ac:spMk id="2" creationId="{58E99EB8-ABC1-CF54-49C7-92939155DCFB}"/>
          </ac:spMkLst>
        </pc:spChg>
        <pc:spChg chg="del mod">
          <ac:chgData name="Lav Dubey" userId="7279828d398a9119" providerId="LiveId" clId="{2AA98B38-00A7-4B61-BAF4-C8311D89AA21}" dt="2026-08-13T09:36:16.492" v="987" actId="478"/>
          <ac:spMkLst>
            <pc:docMk/>
            <pc:sldMk cId="1089081489" sldId="333"/>
            <ac:spMk id="3" creationId="{6FADB138-AAEE-E5CA-2A41-F0F11B218B56}"/>
          </ac:spMkLst>
        </pc:spChg>
      </pc:sldChg>
      <pc:sldMasterChg chg="modTransition modSldLayout">
        <pc:chgData name="Lav Dubey" userId="7279828d398a9119" providerId="LiveId" clId="{2AA98B38-00A7-4B61-BAF4-C8311D89AA21}" dt="2026-08-14T15:36:04.517" v="1025"/>
        <pc:sldMasterMkLst>
          <pc:docMk/>
          <pc:sldMasterMk cId="154833434" sldId="2147483650"/>
        </pc:sldMasterMkLst>
        <pc:sldLayoutChg chg="modTransition">
          <pc:chgData name="Lav Dubey" userId="7279828d398a9119" providerId="LiveId" clId="{2AA98B38-00A7-4B61-BAF4-C8311D89AA21}" dt="2026-08-14T15:36:04.517" v="1025"/>
          <pc:sldLayoutMkLst>
            <pc:docMk/>
            <pc:sldMasterMk cId="154833434" sldId="2147483650"/>
            <pc:sldLayoutMk cId="2631799807" sldId="2147483651"/>
          </pc:sldLayoutMkLst>
        </pc:sldLayoutChg>
        <pc:sldLayoutChg chg="modTransition">
          <pc:chgData name="Lav Dubey" userId="7279828d398a9119" providerId="LiveId" clId="{2AA98B38-00A7-4B61-BAF4-C8311D89AA21}" dt="2026-08-14T15:36:04.517" v="1025"/>
          <pc:sldLayoutMkLst>
            <pc:docMk/>
            <pc:sldMasterMk cId="154833434" sldId="2147483650"/>
            <pc:sldLayoutMk cId="1681789449" sldId="2147483653"/>
          </pc:sldLayoutMkLst>
        </pc:sldLayoutChg>
        <pc:sldLayoutChg chg="modTransition">
          <pc:chgData name="Lav Dubey" userId="7279828d398a9119" providerId="LiveId" clId="{2AA98B38-00A7-4B61-BAF4-C8311D89AA21}" dt="2026-08-14T15:36:04.517" v="1025"/>
          <pc:sldLayoutMkLst>
            <pc:docMk/>
            <pc:sldMasterMk cId="154833434" sldId="2147483650"/>
            <pc:sldLayoutMk cId="2071868441" sldId="2147483656"/>
          </pc:sldLayoutMkLst>
        </pc:sldLayoutChg>
        <pc:sldLayoutChg chg="modTransition">
          <pc:chgData name="Lav Dubey" userId="7279828d398a9119" providerId="LiveId" clId="{2AA98B38-00A7-4B61-BAF4-C8311D89AA21}" dt="2026-08-14T15:36:04.517" v="1025"/>
          <pc:sldLayoutMkLst>
            <pc:docMk/>
            <pc:sldMasterMk cId="154833434" sldId="2147483650"/>
            <pc:sldLayoutMk cId="1581182869" sldId="2147483657"/>
          </pc:sldLayoutMkLst>
        </pc:sldLayoutChg>
        <pc:sldLayoutChg chg="modTransition">
          <pc:chgData name="Lav Dubey" userId="7279828d398a9119" providerId="LiveId" clId="{2AA98B38-00A7-4B61-BAF4-C8311D89AA21}" dt="2026-08-14T15:36:04.517" v="1025"/>
          <pc:sldLayoutMkLst>
            <pc:docMk/>
            <pc:sldMasterMk cId="154833434" sldId="2147483650"/>
            <pc:sldLayoutMk cId="2745005521" sldId="2147483658"/>
          </pc:sldLayoutMkLst>
        </pc:sldLayoutChg>
        <pc:sldLayoutChg chg="modTransition">
          <pc:chgData name="Lav Dubey" userId="7279828d398a9119" providerId="LiveId" clId="{2AA98B38-00A7-4B61-BAF4-C8311D89AA21}" dt="2026-08-14T15:36:04.517" v="1025"/>
          <pc:sldLayoutMkLst>
            <pc:docMk/>
            <pc:sldMasterMk cId="154833434" sldId="2147483650"/>
            <pc:sldLayoutMk cId="2234670087" sldId="2147483659"/>
          </pc:sldLayoutMkLst>
        </pc:sldLayoutChg>
        <pc:sldLayoutChg chg="modTransition">
          <pc:chgData name="Lav Dubey" userId="7279828d398a9119" providerId="LiveId" clId="{2AA98B38-00A7-4B61-BAF4-C8311D89AA21}" dt="2026-08-14T15:36:04.517" v="1025"/>
          <pc:sldLayoutMkLst>
            <pc:docMk/>
            <pc:sldMasterMk cId="154833434" sldId="2147483650"/>
            <pc:sldLayoutMk cId="2333964501" sldId="2147483663"/>
          </pc:sldLayoutMkLst>
        </pc:sldLayoutChg>
        <pc:sldLayoutChg chg="modTransition">
          <pc:chgData name="Lav Dubey" userId="7279828d398a9119" providerId="LiveId" clId="{2AA98B38-00A7-4B61-BAF4-C8311D89AA21}" dt="2026-08-14T15:36:04.517" v="1025"/>
          <pc:sldLayoutMkLst>
            <pc:docMk/>
            <pc:sldMasterMk cId="154833434" sldId="2147483650"/>
            <pc:sldLayoutMk cId="552850918" sldId="2147483668"/>
          </pc:sldLayoutMkLst>
        </pc:sldLayoutChg>
        <pc:sldLayoutChg chg="modTransition">
          <pc:chgData name="Lav Dubey" userId="7279828d398a9119" providerId="LiveId" clId="{2AA98B38-00A7-4B61-BAF4-C8311D89AA21}" dt="2026-08-14T15:36:04.517" v="1025"/>
          <pc:sldLayoutMkLst>
            <pc:docMk/>
            <pc:sldMasterMk cId="154833434" sldId="2147483650"/>
            <pc:sldLayoutMk cId="2372898826" sldId="2147483676"/>
          </pc:sldLayoutMkLst>
        </pc:sldLayoutChg>
        <pc:sldLayoutChg chg="modTransition">
          <pc:chgData name="Lav Dubey" userId="7279828d398a9119" providerId="LiveId" clId="{2AA98B38-00A7-4B61-BAF4-C8311D89AA21}" dt="2026-08-14T15:36:04.517" v="1025"/>
          <pc:sldLayoutMkLst>
            <pc:docMk/>
            <pc:sldMasterMk cId="154833434" sldId="2147483650"/>
            <pc:sldLayoutMk cId="433189165" sldId="2147483680"/>
          </pc:sldLayoutMkLst>
        </pc:sldLayoutChg>
        <pc:sldLayoutChg chg="modTransition">
          <pc:chgData name="Lav Dubey" userId="7279828d398a9119" providerId="LiveId" clId="{2AA98B38-00A7-4B61-BAF4-C8311D89AA21}" dt="2026-08-14T15:36:04.517" v="1025"/>
          <pc:sldLayoutMkLst>
            <pc:docMk/>
            <pc:sldMasterMk cId="154833434" sldId="2147483650"/>
            <pc:sldLayoutMk cId="3116296531" sldId="2147483685"/>
          </pc:sldLayoutMkLst>
        </pc:sldLayoutChg>
        <pc:sldLayoutChg chg="modTransition">
          <pc:chgData name="Lav Dubey" userId="7279828d398a9119" providerId="LiveId" clId="{2AA98B38-00A7-4B61-BAF4-C8311D89AA21}" dt="2026-08-14T15:36:04.517" v="1025"/>
          <pc:sldLayoutMkLst>
            <pc:docMk/>
            <pc:sldMasterMk cId="154833434" sldId="2147483650"/>
            <pc:sldLayoutMk cId="1686733275" sldId="2147483686"/>
          </pc:sldLayoutMkLst>
        </pc:sldLayoutChg>
        <pc:sldLayoutChg chg="modTransition">
          <pc:chgData name="Lav Dubey" userId="7279828d398a9119" providerId="LiveId" clId="{2AA98B38-00A7-4B61-BAF4-C8311D89AA21}" dt="2026-08-14T15:36:04.517" v="1025"/>
          <pc:sldLayoutMkLst>
            <pc:docMk/>
            <pc:sldMasterMk cId="154833434" sldId="2147483650"/>
            <pc:sldLayoutMk cId="3183620452" sldId="2147483687"/>
          </pc:sldLayoutMkLst>
        </pc:sldLayoutChg>
        <pc:sldLayoutChg chg="modTransition">
          <pc:chgData name="Lav Dubey" userId="7279828d398a9119" providerId="LiveId" clId="{2AA98B38-00A7-4B61-BAF4-C8311D89AA21}" dt="2026-08-14T15:36:04.517" v="1025"/>
          <pc:sldLayoutMkLst>
            <pc:docMk/>
            <pc:sldMasterMk cId="154833434" sldId="2147483650"/>
            <pc:sldLayoutMk cId="2207104535" sldId="2147483688"/>
          </pc:sldLayoutMkLst>
        </pc:sldLayoutChg>
        <pc:sldLayoutChg chg="modTransition">
          <pc:chgData name="Lav Dubey" userId="7279828d398a9119" providerId="LiveId" clId="{2AA98B38-00A7-4B61-BAF4-C8311D89AA21}" dt="2026-08-14T15:36:04.517" v="1025"/>
          <pc:sldLayoutMkLst>
            <pc:docMk/>
            <pc:sldMasterMk cId="154833434" sldId="2147483650"/>
            <pc:sldLayoutMk cId="2203958812" sldId="2147483689"/>
          </pc:sldLayoutMkLst>
        </pc:sldLayoutChg>
        <pc:sldLayoutChg chg="modTransition">
          <pc:chgData name="Lav Dubey" userId="7279828d398a9119" providerId="LiveId" clId="{2AA98B38-00A7-4B61-BAF4-C8311D89AA21}" dt="2026-08-14T15:36:04.517" v="1025"/>
          <pc:sldLayoutMkLst>
            <pc:docMk/>
            <pc:sldMasterMk cId="154833434" sldId="2147483650"/>
            <pc:sldLayoutMk cId="2586650709" sldId="2147483691"/>
          </pc:sldLayoutMkLst>
        </pc:sldLayoutChg>
        <pc:sldLayoutChg chg="modTransition">
          <pc:chgData name="Lav Dubey" userId="7279828d398a9119" providerId="LiveId" clId="{2AA98B38-00A7-4B61-BAF4-C8311D89AA21}" dt="2026-08-14T15:36:04.517" v="1025"/>
          <pc:sldLayoutMkLst>
            <pc:docMk/>
            <pc:sldMasterMk cId="154833434" sldId="2147483650"/>
            <pc:sldLayoutMk cId="2767508154" sldId="2147483692"/>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2426ABF-A8C0-D94B-8DA4-89B3D95177FD}"/>
              </a:ext>
            </a:extLst>
          </p:cNvPr>
          <p:cNvSpPr>
            <a:spLocks noGrp="1"/>
          </p:cNvSpPr>
          <p:nvPr>
            <p:ph type="hdr" sz="quarter"/>
          </p:nvPr>
        </p:nvSpPr>
        <p:spPr>
          <a:xfrm>
            <a:off x="0" y="0"/>
            <a:ext cx="5943600" cy="1222375"/>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73E1C36-C21F-0B70-27E7-5B59DAE27561}"/>
              </a:ext>
            </a:extLst>
          </p:cNvPr>
          <p:cNvSpPr>
            <a:spLocks noGrp="1"/>
          </p:cNvSpPr>
          <p:nvPr>
            <p:ph type="dt" sz="quarter" idx="1"/>
          </p:nvPr>
        </p:nvSpPr>
        <p:spPr>
          <a:xfrm>
            <a:off x="7769225" y="0"/>
            <a:ext cx="5943600" cy="1222375"/>
          </a:xfrm>
          <a:prstGeom prst="rect">
            <a:avLst/>
          </a:prstGeom>
        </p:spPr>
        <p:txBody>
          <a:bodyPr vert="horz" lIns="91440" tIns="45720" rIns="91440" bIns="45720" rtlCol="0"/>
          <a:lstStyle>
            <a:lvl1pPr algn="r">
              <a:defRPr sz="1200"/>
            </a:lvl1pPr>
          </a:lstStyle>
          <a:p>
            <a:fld id="{AA970FB6-164E-0840-A35B-09E9F3D45F76}" type="datetimeyyyy">
              <a:rPr lang="en-US" smtClean="0"/>
              <a:t>2026</a:t>
            </a:fld>
            <a:endParaRPr lang="en-US" dirty="0"/>
          </a:p>
        </p:txBody>
      </p:sp>
      <p:sp>
        <p:nvSpPr>
          <p:cNvPr id="4" name="Footer Placeholder 3">
            <a:extLst>
              <a:ext uri="{FF2B5EF4-FFF2-40B4-BE49-F238E27FC236}">
                <a16:creationId xmlns:a16="http://schemas.microsoft.com/office/drawing/2014/main" id="{E5942066-244B-8673-5E9A-26E4265AD0B2}"/>
              </a:ext>
            </a:extLst>
          </p:cNvPr>
          <p:cNvSpPr>
            <a:spLocks noGrp="1"/>
          </p:cNvSpPr>
          <p:nvPr>
            <p:ph type="ftr" sz="quarter" idx="2"/>
          </p:nvPr>
        </p:nvSpPr>
        <p:spPr>
          <a:xfrm>
            <a:off x="0" y="23161625"/>
            <a:ext cx="5943600" cy="1222375"/>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2530EE97-1F54-6631-A4BB-FD938296488E}"/>
              </a:ext>
            </a:extLst>
          </p:cNvPr>
          <p:cNvSpPr>
            <a:spLocks noGrp="1"/>
          </p:cNvSpPr>
          <p:nvPr>
            <p:ph type="sldNum" sz="quarter" idx="3"/>
          </p:nvPr>
        </p:nvSpPr>
        <p:spPr>
          <a:xfrm>
            <a:off x="7769225" y="23161625"/>
            <a:ext cx="5943600" cy="1222375"/>
          </a:xfrm>
          <a:prstGeom prst="rect">
            <a:avLst/>
          </a:prstGeom>
        </p:spPr>
        <p:txBody>
          <a:bodyPr vert="horz" lIns="91440" tIns="45720" rIns="91440" bIns="45720" rtlCol="0" anchor="b"/>
          <a:lstStyle>
            <a:lvl1pPr algn="r">
              <a:defRPr sz="1200"/>
            </a:lvl1pPr>
          </a:lstStyle>
          <a:p>
            <a:fld id="{420BD0AB-C59E-4A46-83D3-F07787446BA0}" type="slidenum">
              <a:rPr lang="en-US" smtClean="0"/>
              <a:t>‹#›</a:t>
            </a:fld>
            <a:endParaRPr lang="en-US" dirty="0"/>
          </a:p>
        </p:txBody>
      </p:sp>
    </p:spTree>
    <p:extLst>
      <p:ext uri="{BB962C8B-B14F-4D97-AF65-F5344CB8AC3E}">
        <p14:creationId xmlns:p14="http://schemas.microsoft.com/office/powerpoint/2010/main" val="4133783596"/>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0866786"/>
      </p:ext>
    </p:extLst>
  </p:cSld>
  <p:clrMap bg1="lt1" tx1="dk1" bg2="lt2" tx2="dk2" accent1="accent1" accent2="accent2" accent3="accent3" accent4="accent4" accent5="accent5" accent6="accent6" hlink="hlink" folHlink="folHlink"/>
  <p:hf hdr="0" ftr="0"/>
  <p:notesStyle>
    <a:lvl1pPr marL="0" algn="l" defTabSz="457200" rtl="0" eaLnBrk="1" latinLnBrk="0" hangingPunct="1">
      <a:defRPr sz="600" kern="1200">
        <a:solidFill>
          <a:schemeClr val="tx1"/>
        </a:solidFill>
        <a:latin typeface="+mn-lt"/>
        <a:ea typeface="+mn-ea"/>
        <a:cs typeface="+mn-cs"/>
      </a:defRPr>
    </a:lvl1pPr>
    <a:lvl2pPr marL="228600" algn="l" defTabSz="457200" rtl="0" eaLnBrk="1" latinLnBrk="0" hangingPunct="1">
      <a:defRPr sz="600" kern="1200">
        <a:solidFill>
          <a:schemeClr val="tx1"/>
        </a:solidFill>
        <a:latin typeface="+mn-lt"/>
        <a:ea typeface="+mn-ea"/>
        <a:cs typeface="+mn-cs"/>
      </a:defRPr>
    </a:lvl2pPr>
    <a:lvl3pPr marL="457200" algn="l" defTabSz="457200" rtl="0" eaLnBrk="1" latinLnBrk="0" hangingPunct="1">
      <a:defRPr sz="600" kern="1200">
        <a:solidFill>
          <a:schemeClr val="tx1"/>
        </a:solidFill>
        <a:latin typeface="+mn-lt"/>
        <a:ea typeface="+mn-ea"/>
        <a:cs typeface="+mn-cs"/>
      </a:defRPr>
    </a:lvl3pPr>
    <a:lvl4pPr marL="685800" algn="l" defTabSz="457200" rtl="0" eaLnBrk="1" latinLnBrk="0" hangingPunct="1">
      <a:defRPr sz="600" kern="1200">
        <a:solidFill>
          <a:schemeClr val="tx1"/>
        </a:solidFill>
        <a:latin typeface="+mn-lt"/>
        <a:ea typeface="+mn-ea"/>
        <a:cs typeface="+mn-cs"/>
      </a:defRPr>
    </a:lvl4pPr>
    <a:lvl5pPr marL="914400" algn="l" defTabSz="457200" rtl="0" eaLnBrk="1" latinLnBrk="0" hangingPunct="1">
      <a:defRPr sz="600" kern="1200">
        <a:solidFill>
          <a:schemeClr val="tx1"/>
        </a:solidFill>
        <a:latin typeface="+mn-lt"/>
        <a:ea typeface="+mn-ea"/>
        <a:cs typeface="+mn-cs"/>
      </a:defRPr>
    </a:lvl5pPr>
    <a:lvl6pPr marL="1143000" algn="l" defTabSz="457200" rtl="0" eaLnBrk="1" latinLnBrk="0" hangingPunct="1">
      <a:defRPr sz="600" kern="1200">
        <a:solidFill>
          <a:schemeClr val="tx1"/>
        </a:solidFill>
        <a:latin typeface="+mn-lt"/>
        <a:ea typeface="+mn-ea"/>
        <a:cs typeface="+mn-cs"/>
      </a:defRPr>
    </a:lvl6pPr>
    <a:lvl7pPr marL="1371600" algn="l" defTabSz="457200" rtl="0" eaLnBrk="1" latinLnBrk="0" hangingPunct="1">
      <a:defRPr sz="600" kern="1200">
        <a:solidFill>
          <a:schemeClr val="tx1"/>
        </a:solidFill>
        <a:latin typeface="+mn-lt"/>
        <a:ea typeface="+mn-ea"/>
        <a:cs typeface="+mn-cs"/>
      </a:defRPr>
    </a:lvl7pPr>
    <a:lvl8pPr marL="1600200" algn="l" defTabSz="457200" rtl="0" eaLnBrk="1" latinLnBrk="0" hangingPunct="1">
      <a:defRPr sz="600" kern="1200">
        <a:solidFill>
          <a:schemeClr val="tx1"/>
        </a:solidFill>
        <a:latin typeface="+mn-lt"/>
        <a:ea typeface="+mn-ea"/>
        <a:cs typeface="+mn-cs"/>
      </a:defRPr>
    </a:lvl8pPr>
    <a:lvl9pPr marL="1828800" algn="l" defTabSz="457200"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997654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587736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2949312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0686530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FA542-9A1D-427B-A593-AB640FD023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3F1F0-930D-807B-B8B4-87F2E958D7CC}"/>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3B69A6A-6E8D-3A87-D4CE-86959C62E927}"/>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9996071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4F52D-D5C5-0C52-3F67-4597144DB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8DF99E-0E9D-7D01-6519-A183EAB7A7CC}"/>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8CA91CDA-D006-8250-AD09-8536211B7ACF}"/>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0493895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55F75-08BD-9673-4448-D39733BB56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49F18A-0F81-FBDB-C39C-7A700F719706}"/>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3C855304-FB6F-582B-7D4D-EF5C73B75514}"/>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1425114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B83E6-4A5A-148D-3CFE-D2EA4B719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C25BD-6613-05EF-4CD5-58568F65A46E}"/>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F6B26074-6DAF-77C8-57B6-0024463311EB}"/>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2758892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2EA8C-822C-FE02-29E9-3CB9E20FC9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F9E8-ED8A-78FE-9ACD-83F32FB541FE}"/>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4317EFB-33B2-6760-7706-1960B5F658B0}"/>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1196427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050F4B-2F89-70CD-0E29-AA3820D84A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22A5E-8503-EEC1-E4FE-A6E83DE7366C}"/>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9197CA08-4C3A-3AD5-8F71-B66926852E11}"/>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5682598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779146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25088148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A2BDE-3F95-C093-4518-8538F5A9CA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18A4C-C583-5CE4-7470-9AAA07CF1179}"/>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B860F858-6FC4-761F-2C36-BBF73CD259BD}"/>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1105779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CA14A-E729-C77A-9B45-84F9B9234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7F4995-DA9C-6E74-C6CE-C2FB99A51ACF}"/>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CDBB70D7-1F15-2EBE-1A43-54EDD4C3DEA0}"/>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6338964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40429-2A2B-3A19-2F0C-781BEF4F0A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DCCDA6-5C89-433F-862A-6EAC8A5D9E13}"/>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5F5A2F77-89D8-DEC2-CF56-9227C3E10C66}"/>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640802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F88E6-3EF7-76BA-D528-F1A5555793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58C53E-45FF-AA3B-315A-41DCC3B7BA73}"/>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487178F-0F5A-524A-1757-EEFAD2E66259}"/>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378150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9313074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101EE-B76E-C20C-13AB-492EA5A05A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C5FFE0-7860-9FB0-E540-310D4E152B74}"/>
              </a:ext>
            </a:extLst>
          </p:cNvPr>
          <p:cNvSpPr>
            <a:spLocks noGrp="1" noRot="1" noChangeAspect="1"/>
          </p:cNvSpPr>
          <p:nvPr>
            <p:ph type="sldImg"/>
          </p:nvPr>
        </p:nvSpPr>
        <p:spPr>
          <a:xfrm>
            <a:off x="-457200" y="3048000"/>
            <a:ext cx="14630400" cy="82296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3AEBF479-08BF-8853-5889-DF1C20EA7509}"/>
              </a:ext>
            </a:extLst>
          </p:cNvPr>
          <p:cNvSpPr>
            <a:spLocks noGrp="1"/>
          </p:cNvSpPr>
          <p:nvPr>
            <p:ph type="body" idx="1"/>
          </p:nvPr>
        </p:nvSpPr>
        <p:spPr>
          <a:xfrm>
            <a:off x="1371600" y="11734800"/>
            <a:ext cx="10972800" cy="9601200"/>
          </a:xfrm>
          <a:prstGeom prst="rect">
            <a:avLst/>
          </a:prstGeom>
        </p:spPr>
        <p:txBody>
          <a:bodyPr/>
          <a:lstStyle/>
          <a:p>
            <a:endParaRPr lang="en-US" dirty="0"/>
          </a:p>
        </p:txBody>
      </p:sp>
    </p:spTree>
    <p:extLst>
      <p:ext uri="{BB962C8B-B14F-4D97-AF65-F5344CB8AC3E}">
        <p14:creationId xmlns:p14="http://schemas.microsoft.com/office/powerpoint/2010/main" val="18344948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15" name="Image 0">
            <a:extLst>
              <a:ext uri="{FF2B5EF4-FFF2-40B4-BE49-F238E27FC236}">
                <a16:creationId xmlns:a16="http://schemas.microsoft.com/office/drawing/2014/main" id="{BA5D5A72-CB6F-F8DE-E2C9-90459C8C3DC1}"/>
              </a:ext>
              <a:ext uri="{C183D7F6-B498-43B3-948B-1728B52AA6E4}">
                <adec:decorative xmlns:adec="http://schemas.microsoft.com/office/drawing/2017/decorative" val="1"/>
              </a:ext>
            </a:extLst>
          </p:cNvPr>
          <p:cNvSpPr/>
          <p:nvPr/>
        </p:nvSpPr>
        <p:spPr>
          <a:xfrm>
            <a:off x="0" y="0"/>
            <a:ext cx="5295900" cy="6877050"/>
          </a:xfrm>
          <a:custGeom>
            <a:avLst/>
            <a:gdLst>
              <a:gd name="connsiteX0" fmla="*/ 0 w 5295900"/>
              <a:gd name="connsiteY0" fmla="*/ 0 h 6877050"/>
              <a:gd name="connsiteX1" fmla="*/ 5295900 w 5295900"/>
              <a:gd name="connsiteY1" fmla="*/ 0 h 6877050"/>
              <a:gd name="connsiteX2" fmla="*/ 5295900 w 5295900"/>
              <a:gd name="connsiteY2" fmla="*/ 6877050 h 6877050"/>
              <a:gd name="connsiteX3" fmla="*/ 0 w 5295900"/>
              <a:gd name="connsiteY3" fmla="*/ 6877050 h 6877050"/>
            </a:gdLst>
            <a:ahLst/>
            <a:cxnLst>
              <a:cxn ang="0">
                <a:pos x="connsiteX0" y="connsiteY0"/>
              </a:cxn>
              <a:cxn ang="0">
                <a:pos x="connsiteX1" y="connsiteY1"/>
              </a:cxn>
              <a:cxn ang="0">
                <a:pos x="connsiteX2" y="connsiteY2"/>
              </a:cxn>
              <a:cxn ang="0">
                <a:pos x="connsiteX3" y="connsiteY3"/>
              </a:cxn>
            </a:cxnLst>
            <a:rect l="l" t="t" r="r" b="b"/>
            <a:pathLst>
              <a:path w="5295900" h="6877050">
                <a:moveTo>
                  <a:pt x="0" y="0"/>
                </a:moveTo>
                <a:lnTo>
                  <a:pt x="5295900" y="0"/>
                </a:lnTo>
                <a:lnTo>
                  <a:pt x="5295900" y="6877050"/>
                </a:lnTo>
                <a:lnTo>
                  <a:pt x="0" y="6877050"/>
                </a:lnTo>
                <a:close/>
              </a:path>
            </a:pathLst>
          </a:custGeom>
          <a:solidFill>
            <a:schemeClr val="accent3"/>
          </a:solidFill>
          <a:ln w="4763" cap="flat">
            <a:noFill/>
            <a:prstDash val="solid"/>
            <a:miter/>
          </a:ln>
        </p:spPr>
        <p:txBody>
          <a:bodyPr rtlCol="0" anchor="ctr">
            <a:noAutofit/>
          </a:bodyPr>
          <a:lstStyle/>
          <a:p>
            <a:endParaRPr lang="en-US" dirty="0"/>
          </a:p>
        </p:txBody>
      </p:sp>
      <p:sp>
        <p:nvSpPr>
          <p:cNvPr id="20" name="Freeform: Shape 19">
            <a:extLst>
              <a:ext uri="{FF2B5EF4-FFF2-40B4-BE49-F238E27FC236}">
                <a16:creationId xmlns:a16="http://schemas.microsoft.com/office/drawing/2014/main" id="{E66FD7FF-2869-7902-36B2-2B229AB9AB19}"/>
              </a:ext>
              <a:ext uri="{C183D7F6-B498-43B3-948B-1728B52AA6E4}">
                <adec:decorative xmlns:adec="http://schemas.microsoft.com/office/drawing/2017/decorative" val="1"/>
              </a:ext>
            </a:extLst>
          </p:cNvPr>
          <p:cNvSpPr/>
          <p:nvPr userDrawn="1"/>
        </p:nvSpPr>
        <p:spPr>
          <a:xfrm>
            <a:off x="1500188" y="1173106"/>
            <a:ext cx="9191625" cy="5704772"/>
          </a:xfrm>
          <a:custGeom>
            <a:avLst/>
            <a:gdLst>
              <a:gd name="connsiteX0" fmla="*/ 4595813 w 9191625"/>
              <a:gd name="connsiteY0" fmla="*/ 0 h 5704772"/>
              <a:gd name="connsiteX1" fmla="*/ 9191625 w 9191625"/>
              <a:gd name="connsiteY1" fmla="*/ 4592108 h 5704772"/>
              <a:gd name="connsiteX2" fmla="*/ 9191625 w 9191625"/>
              <a:gd name="connsiteY2" fmla="*/ 5704772 h 5704772"/>
              <a:gd name="connsiteX3" fmla="*/ 0 w 9191625"/>
              <a:gd name="connsiteY3" fmla="*/ 5704772 h 5704772"/>
              <a:gd name="connsiteX4" fmla="*/ 0 w 9191625"/>
              <a:gd name="connsiteY4" fmla="*/ 4592108 h 5704772"/>
              <a:gd name="connsiteX5" fmla="*/ 4595813 w 9191625"/>
              <a:gd name="connsiteY5" fmla="*/ 0 h 5704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191625" h="5704772">
                <a:moveTo>
                  <a:pt x="4595813" y="0"/>
                </a:moveTo>
                <a:cubicBezTo>
                  <a:pt x="7133987" y="0"/>
                  <a:pt x="9191625" y="2055957"/>
                  <a:pt x="9191625" y="4592108"/>
                </a:cubicBezTo>
                <a:lnTo>
                  <a:pt x="9191625" y="5704772"/>
                </a:lnTo>
                <a:lnTo>
                  <a:pt x="0" y="5704772"/>
                </a:lnTo>
                <a:lnTo>
                  <a:pt x="0" y="4592108"/>
                </a:lnTo>
                <a:cubicBezTo>
                  <a:pt x="0" y="2055957"/>
                  <a:pt x="2057614" y="0"/>
                  <a:pt x="4595813" y="0"/>
                </a:cubicBezTo>
                <a:close/>
              </a:path>
            </a:pathLst>
          </a:custGeom>
          <a:solidFill>
            <a:schemeClr val="accent6"/>
          </a:soli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8" name="Freeform: Shape 17">
            <a:extLst>
              <a:ext uri="{FF2B5EF4-FFF2-40B4-BE49-F238E27FC236}">
                <a16:creationId xmlns:a16="http://schemas.microsoft.com/office/drawing/2014/main" id="{B1457C88-4472-81CF-02AF-4421E0A3084B}"/>
              </a:ext>
              <a:ext uri="{C183D7F6-B498-43B3-948B-1728B52AA6E4}">
                <adec:decorative xmlns:adec="http://schemas.microsoft.com/office/drawing/2017/decorative" val="1"/>
              </a:ext>
            </a:extLst>
          </p:cNvPr>
          <p:cNvSpPr/>
          <p:nvPr userDrawn="1"/>
        </p:nvSpPr>
        <p:spPr>
          <a:xfrm>
            <a:off x="2694429" y="0"/>
            <a:ext cx="6803142" cy="5396474"/>
          </a:xfrm>
          <a:custGeom>
            <a:avLst/>
            <a:gdLst>
              <a:gd name="connsiteX0" fmla="*/ 0 w 6803142"/>
              <a:gd name="connsiteY0" fmla="*/ 0 h 5396474"/>
              <a:gd name="connsiteX1" fmla="*/ 6803142 w 6803142"/>
              <a:gd name="connsiteY1" fmla="*/ 0 h 5396474"/>
              <a:gd name="connsiteX2" fmla="*/ 6803142 w 6803142"/>
              <a:gd name="connsiteY2" fmla="*/ 1997094 h 5396474"/>
              <a:gd name="connsiteX3" fmla="*/ 3401576 w 6803142"/>
              <a:gd name="connsiteY3" fmla="*/ 5396474 h 5396474"/>
              <a:gd name="connsiteX4" fmla="*/ 0 w 6803142"/>
              <a:gd name="connsiteY4" fmla="*/ 1997094 h 53964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03142" h="5396474">
                <a:moveTo>
                  <a:pt x="0" y="0"/>
                </a:moveTo>
                <a:lnTo>
                  <a:pt x="6803142" y="0"/>
                </a:lnTo>
                <a:lnTo>
                  <a:pt x="6803142" y="1997094"/>
                </a:lnTo>
                <a:cubicBezTo>
                  <a:pt x="6803142" y="3874511"/>
                  <a:pt x="5280228" y="5396474"/>
                  <a:pt x="3401576" y="5396474"/>
                </a:cubicBezTo>
                <a:cubicBezTo>
                  <a:pt x="1522938" y="5396474"/>
                  <a:pt x="0" y="3874511"/>
                  <a:pt x="0" y="1997094"/>
                </a:cubicBezTo>
                <a:close/>
              </a:path>
            </a:pathLst>
          </a:custGeom>
          <a:solidFill>
            <a:schemeClr val="bg1">
              <a:alpha val="99000"/>
            </a:schemeClr>
          </a:solidFill>
          <a:ln w="47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ctrTitle" hasCustomPrompt="1"/>
          </p:nvPr>
        </p:nvSpPr>
        <p:spPr>
          <a:xfrm>
            <a:off x="2899790" y="810227"/>
            <a:ext cx="6392421" cy="3831221"/>
          </a:xfrm>
        </p:spPr>
        <p:txBody>
          <a:bodyPr tIns="0" bIns="0" anchor="ctr" anchorCtr="0">
            <a:noAutofit/>
          </a:bodyPr>
          <a:lstStyle>
            <a:lvl1pPr algn="ctr">
              <a:lnSpc>
                <a:spcPct val="100000"/>
              </a:lnSpc>
              <a:defRPr sz="3600"/>
            </a:lvl1pPr>
          </a:lstStyle>
          <a:p>
            <a:r>
              <a:rPr lang="en-US" dirty="0"/>
              <a:t>Click to add title</a:t>
            </a:r>
          </a:p>
        </p:txBody>
      </p:sp>
    </p:spTree>
    <p:extLst>
      <p:ext uri="{BB962C8B-B14F-4D97-AF65-F5344CB8AC3E}">
        <p14:creationId xmlns:p14="http://schemas.microsoft.com/office/powerpoint/2010/main" val="263179980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75923D9E-9381-3D11-B31A-1BF5C97F35B0}"/>
              </a:ext>
              <a:ext uri="{C183D7F6-B498-43B3-948B-1728B52AA6E4}">
                <adec:decorative xmlns:adec="http://schemas.microsoft.com/office/drawing/2017/decorative" val="1"/>
              </a:ext>
            </a:extLst>
          </p:cNvPr>
          <p:cNvGrpSpPr/>
          <p:nvPr userDrawn="1"/>
        </p:nvGrpSpPr>
        <p:grpSpPr>
          <a:xfrm>
            <a:off x="6452303" y="3405019"/>
            <a:ext cx="5739697" cy="3467971"/>
            <a:chOff x="5009037" y="2525712"/>
            <a:chExt cx="7170193" cy="4332288"/>
          </a:xfrm>
        </p:grpSpPr>
        <p:sp>
          <p:nvSpPr>
            <p:cNvPr id="7" name="Freeform 7">
              <a:extLst>
                <a:ext uri="{FF2B5EF4-FFF2-40B4-BE49-F238E27FC236}">
                  <a16:creationId xmlns:a16="http://schemas.microsoft.com/office/drawing/2014/main" id="{89E777D0-3240-08CE-6B6C-B33B910B8490}"/>
                </a:ext>
              </a:extLst>
            </p:cNvPr>
            <p:cNvSpPr>
              <a:spLocks/>
            </p:cNvSpPr>
            <p:nvPr/>
          </p:nvSpPr>
          <p:spPr bwMode="auto">
            <a:xfrm>
              <a:off x="5009037" y="2525712"/>
              <a:ext cx="3601721" cy="4332288"/>
            </a:xfrm>
            <a:custGeom>
              <a:avLst/>
              <a:gdLst>
                <a:gd name="T0" fmla="*/ 1198 w 1198"/>
                <a:gd name="T1" fmla="*/ 0 h 1441"/>
                <a:gd name="T2" fmla="*/ 0 w 1198"/>
                <a:gd name="T3" fmla="*/ 1441 h 1441"/>
                <a:gd name="T4" fmla="*/ 1198 w 1198"/>
                <a:gd name="T5" fmla="*/ 1441 h 1441"/>
                <a:gd name="T6" fmla="*/ 1198 w 1198"/>
                <a:gd name="T7" fmla="*/ 0 h 1441"/>
              </a:gdLst>
              <a:ahLst/>
              <a:cxnLst>
                <a:cxn ang="0">
                  <a:pos x="T0" y="T1"/>
                </a:cxn>
                <a:cxn ang="0">
                  <a:pos x="T2" y="T3"/>
                </a:cxn>
                <a:cxn ang="0">
                  <a:pos x="T4" y="T5"/>
                </a:cxn>
                <a:cxn ang="0">
                  <a:pos x="T6" y="T7"/>
                </a:cxn>
              </a:cxnLst>
              <a:rect l="0" t="0" r="r" b="b"/>
              <a:pathLst>
                <a:path w="1198" h="1441">
                  <a:moveTo>
                    <a:pt x="1198" y="0"/>
                  </a:moveTo>
                  <a:lnTo>
                    <a:pt x="0" y="1441"/>
                  </a:lnTo>
                  <a:lnTo>
                    <a:pt x="1198" y="1441"/>
                  </a:lnTo>
                  <a:lnTo>
                    <a:pt x="1198" y="0"/>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8" name="Freeform 6">
              <a:extLst>
                <a:ext uri="{FF2B5EF4-FFF2-40B4-BE49-F238E27FC236}">
                  <a16:creationId xmlns:a16="http://schemas.microsoft.com/office/drawing/2014/main" id="{EFEA81A2-6893-518C-6AF3-37C987789C86}"/>
                </a:ext>
              </a:extLst>
            </p:cNvPr>
            <p:cNvSpPr>
              <a:spLocks/>
            </p:cNvSpPr>
            <p:nvPr/>
          </p:nvSpPr>
          <p:spPr bwMode="auto">
            <a:xfrm>
              <a:off x="8589536" y="2525712"/>
              <a:ext cx="3589694" cy="4332288"/>
            </a:xfrm>
            <a:custGeom>
              <a:avLst/>
              <a:gdLst>
                <a:gd name="T0" fmla="*/ 0 w 1194"/>
                <a:gd name="T1" fmla="*/ 0 h 1441"/>
                <a:gd name="T2" fmla="*/ 1194 w 1194"/>
                <a:gd name="T3" fmla="*/ 1441 h 1441"/>
                <a:gd name="T4" fmla="*/ 0 w 1194"/>
                <a:gd name="T5" fmla="*/ 1441 h 1441"/>
                <a:gd name="T6" fmla="*/ 0 w 1194"/>
                <a:gd name="T7" fmla="*/ 0 h 1441"/>
              </a:gdLst>
              <a:ahLst/>
              <a:cxnLst>
                <a:cxn ang="0">
                  <a:pos x="T0" y="T1"/>
                </a:cxn>
                <a:cxn ang="0">
                  <a:pos x="T2" y="T3"/>
                </a:cxn>
                <a:cxn ang="0">
                  <a:pos x="T4" y="T5"/>
                </a:cxn>
                <a:cxn ang="0">
                  <a:pos x="T6" y="T7"/>
                </a:cxn>
              </a:cxnLst>
              <a:rect l="0" t="0" r="r" b="b"/>
              <a:pathLst>
                <a:path w="1194" h="1441">
                  <a:moveTo>
                    <a:pt x="0" y="0"/>
                  </a:moveTo>
                  <a:lnTo>
                    <a:pt x="1194" y="1441"/>
                  </a:lnTo>
                  <a:lnTo>
                    <a:pt x="0" y="1441"/>
                  </a:lnTo>
                  <a:lnTo>
                    <a:pt x="0" y="0"/>
                  </a:lnTo>
                  <a:close/>
                </a:path>
              </a:pathLst>
            </a:custGeom>
            <a:solidFill>
              <a:schemeClr val="accent2"/>
            </a:solidFill>
            <a:ln>
              <a:noFill/>
            </a:ln>
          </p:spPr>
          <p:txBody>
            <a:bodyPr vert="horz" wrap="square" lIns="91440" tIns="45720" rIns="91440" bIns="45720" numCol="1" anchor="t" anchorCtr="0" compatLnSpc="1">
              <a:prstTxWarp prst="textNoShape">
                <a:avLst/>
              </a:prstTxWarp>
              <a:noAutofit/>
            </a:bodyPr>
            <a:lstStyle/>
            <a:p>
              <a:endParaRPr lang="en-US" dirty="0"/>
            </a:p>
          </p:txBody>
        </p:sp>
      </p:grpSp>
      <p:grpSp>
        <p:nvGrpSpPr>
          <p:cNvPr id="9" name="Group 8">
            <a:extLst>
              <a:ext uri="{FF2B5EF4-FFF2-40B4-BE49-F238E27FC236}">
                <a16:creationId xmlns:a16="http://schemas.microsoft.com/office/drawing/2014/main" id="{0F297964-0B81-31DC-6D6D-1414832238B1}"/>
              </a:ext>
              <a:ext uri="{C183D7F6-B498-43B3-948B-1728B52AA6E4}">
                <adec:decorative xmlns:adec="http://schemas.microsoft.com/office/drawing/2017/decorative" val="1"/>
              </a:ext>
            </a:extLst>
          </p:cNvPr>
          <p:cNvGrpSpPr/>
          <p:nvPr userDrawn="1"/>
        </p:nvGrpSpPr>
        <p:grpSpPr>
          <a:xfrm flipH="1" flipV="1">
            <a:off x="6465610" y="0"/>
            <a:ext cx="5739697" cy="3467971"/>
            <a:chOff x="5183405" y="2678112"/>
            <a:chExt cx="7170193" cy="4332288"/>
          </a:xfrm>
        </p:grpSpPr>
        <p:sp>
          <p:nvSpPr>
            <p:cNvPr id="10" name="Freeform 7">
              <a:extLst>
                <a:ext uri="{FF2B5EF4-FFF2-40B4-BE49-F238E27FC236}">
                  <a16:creationId xmlns:a16="http://schemas.microsoft.com/office/drawing/2014/main" id="{CE4FDB43-7466-4B74-330E-836DA9504C90}"/>
                </a:ext>
              </a:extLst>
            </p:cNvPr>
            <p:cNvSpPr>
              <a:spLocks/>
            </p:cNvSpPr>
            <p:nvPr/>
          </p:nvSpPr>
          <p:spPr bwMode="auto">
            <a:xfrm>
              <a:off x="5183405" y="2678112"/>
              <a:ext cx="3601721" cy="4332288"/>
            </a:xfrm>
            <a:custGeom>
              <a:avLst/>
              <a:gdLst>
                <a:gd name="T0" fmla="*/ 1198 w 1198"/>
                <a:gd name="T1" fmla="*/ 0 h 1441"/>
                <a:gd name="T2" fmla="*/ 0 w 1198"/>
                <a:gd name="T3" fmla="*/ 1441 h 1441"/>
                <a:gd name="T4" fmla="*/ 1198 w 1198"/>
                <a:gd name="T5" fmla="*/ 1441 h 1441"/>
                <a:gd name="T6" fmla="*/ 1198 w 1198"/>
                <a:gd name="T7" fmla="*/ 0 h 1441"/>
              </a:gdLst>
              <a:ahLst/>
              <a:cxnLst>
                <a:cxn ang="0">
                  <a:pos x="T0" y="T1"/>
                </a:cxn>
                <a:cxn ang="0">
                  <a:pos x="T2" y="T3"/>
                </a:cxn>
                <a:cxn ang="0">
                  <a:pos x="T4" y="T5"/>
                </a:cxn>
                <a:cxn ang="0">
                  <a:pos x="T6" y="T7"/>
                </a:cxn>
              </a:cxnLst>
              <a:rect l="0" t="0" r="r" b="b"/>
              <a:pathLst>
                <a:path w="1198" h="1441">
                  <a:moveTo>
                    <a:pt x="1198" y="0"/>
                  </a:moveTo>
                  <a:lnTo>
                    <a:pt x="0" y="1441"/>
                  </a:lnTo>
                  <a:lnTo>
                    <a:pt x="1198" y="1441"/>
                  </a:lnTo>
                  <a:lnTo>
                    <a:pt x="1198" y="0"/>
                  </a:lnTo>
                  <a:close/>
                </a:path>
              </a:pathLst>
            </a:custGeom>
            <a:solidFill>
              <a:schemeClr val="accent4"/>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11" name="Freeform 6">
              <a:extLst>
                <a:ext uri="{FF2B5EF4-FFF2-40B4-BE49-F238E27FC236}">
                  <a16:creationId xmlns:a16="http://schemas.microsoft.com/office/drawing/2014/main" id="{2EA39DB9-F1B4-F4E9-CF4D-717B0CD747DA}"/>
                </a:ext>
              </a:extLst>
            </p:cNvPr>
            <p:cNvSpPr>
              <a:spLocks/>
            </p:cNvSpPr>
            <p:nvPr/>
          </p:nvSpPr>
          <p:spPr bwMode="auto">
            <a:xfrm>
              <a:off x="8763903" y="2678112"/>
              <a:ext cx="3589695" cy="4332288"/>
            </a:xfrm>
            <a:custGeom>
              <a:avLst/>
              <a:gdLst>
                <a:gd name="T0" fmla="*/ 0 w 1194"/>
                <a:gd name="T1" fmla="*/ 0 h 1441"/>
                <a:gd name="T2" fmla="*/ 1194 w 1194"/>
                <a:gd name="T3" fmla="*/ 1441 h 1441"/>
                <a:gd name="T4" fmla="*/ 0 w 1194"/>
                <a:gd name="T5" fmla="*/ 1441 h 1441"/>
                <a:gd name="T6" fmla="*/ 0 w 1194"/>
                <a:gd name="T7" fmla="*/ 0 h 1441"/>
              </a:gdLst>
              <a:ahLst/>
              <a:cxnLst>
                <a:cxn ang="0">
                  <a:pos x="T0" y="T1"/>
                </a:cxn>
                <a:cxn ang="0">
                  <a:pos x="T2" y="T3"/>
                </a:cxn>
                <a:cxn ang="0">
                  <a:pos x="T4" y="T5"/>
                </a:cxn>
                <a:cxn ang="0">
                  <a:pos x="T6" y="T7"/>
                </a:cxn>
              </a:cxnLst>
              <a:rect l="0" t="0" r="r" b="b"/>
              <a:pathLst>
                <a:path w="1194" h="1441">
                  <a:moveTo>
                    <a:pt x="0" y="0"/>
                  </a:moveTo>
                  <a:lnTo>
                    <a:pt x="1194" y="1441"/>
                  </a:lnTo>
                  <a:lnTo>
                    <a:pt x="0" y="1441"/>
                  </a:lnTo>
                  <a:lnTo>
                    <a:pt x="0" y="0"/>
                  </a:lnTo>
                  <a:close/>
                </a:path>
              </a:pathLst>
            </a:custGeom>
            <a:solidFill>
              <a:schemeClr val="accent5"/>
            </a:solidFill>
            <a:ln>
              <a:noFill/>
            </a:ln>
          </p:spPr>
          <p:txBody>
            <a:bodyPr vert="horz" wrap="square" lIns="91440" tIns="45720" rIns="91440" bIns="45720" numCol="1" anchor="t" anchorCtr="0" compatLnSpc="1">
              <a:prstTxWarp prst="textNoShape">
                <a:avLst/>
              </a:prstTxWarp>
              <a:noAutofit/>
            </a:bodyPr>
            <a:lstStyle/>
            <a:p>
              <a:endParaRPr lang="en-US" dirty="0"/>
            </a:p>
          </p:txBody>
        </p:sp>
      </p:grpSp>
      <p:sp>
        <p:nvSpPr>
          <p:cNvPr id="14" name="Image 2">
            <a:extLst>
              <a:ext uri="{FF2B5EF4-FFF2-40B4-BE49-F238E27FC236}">
                <a16:creationId xmlns:a16="http://schemas.microsoft.com/office/drawing/2014/main" id="{EFFAEAD9-58A9-096B-C6D0-58F7AD08EB20}"/>
              </a:ext>
              <a:ext uri="{C183D7F6-B498-43B3-948B-1728B52AA6E4}">
                <adec:decorative xmlns:adec="http://schemas.microsoft.com/office/drawing/2017/decorative" val="1"/>
              </a:ext>
            </a:extLst>
          </p:cNvPr>
          <p:cNvSpPr/>
          <p:nvPr/>
        </p:nvSpPr>
        <p:spPr>
          <a:xfrm>
            <a:off x="7642518" y="4577658"/>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noAutofit/>
          </a:bodyPr>
          <a:lstStyle/>
          <a:p>
            <a:endParaRPr lang="en-US" dirty="0"/>
          </a:p>
        </p:txBody>
      </p:sp>
      <p:sp>
        <p:nvSpPr>
          <p:cNvPr id="2" name="Title 1">
            <a:extLst>
              <a:ext uri="{FF2B5EF4-FFF2-40B4-BE49-F238E27FC236}">
                <a16:creationId xmlns:a16="http://schemas.microsoft.com/office/drawing/2014/main" id="{9A1CFBBA-B680-A6A7-3C4B-5FEAC4253283}"/>
              </a:ext>
            </a:extLst>
          </p:cNvPr>
          <p:cNvSpPr>
            <a:spLocks noGrp="1"/>
          </p:cNvSpPr>
          <p:nvPr>
            <p:ph type="title" hasCustomPrompt="1"/>
          </p:nvPr>
        </p:nvSpPr>
        <p:spPr>
          <a:xfrm>
            <a:off x="914400" y="1057274"/>
            <a:ext cx="6583680" cy="1531357"/>
          </a:xfrm>
        </p:spPr>
        <p:txBody>
          <a:bodyPr tIns="0" bIns="0">
            <a:noAutofit/>
          </a:bodyPr>
          <a:lstStyle>
            <a:lvl1pPr algn="l">
              <a:lnSpc>
                <a:spcPct val="100000"/>
              </a:lnSpc>
              <a:defRPr sz="3600"/>
            </a:lvl1pPr>
          </a:lstStyle>
          <a:p>
            <a:r>
              <a:rPr lang="en-US" dirty="0"/>
              <a:t>Click to add title</a:t>
            </a:r>
          </a:p>
        </p:txBody>
      </p:sp>
      <p:sp>
        <p:nvSpPr>
          <p:cNvPr id="13" name="Content Placeholder 2">
            <a:extLst>
              <a:ext uri="{FF2B5EF4-FFF2-40B4-BE49-F238E27FC236}">
                <a16:creationId xmlns:a16="http://schemas.microsoft.com/office/drawing/2014/main" id="{72386C43-DD10-E892-08AD-D6F4AE9617DD}"/>
              </a:ext>
            </a:extLst>
          </p:cNvPr>
          <p:cNvSpPr>
            <a:spLocks noGrp="1"/>
          </p:cNvSpPr>
          <p:nvPr>
            <p:ph idx="1" hasCustomPrompt="1"/>
          </p:nvPr>
        </p:nvSpPr>
        <p:spPr>
          <a:xfrm>
            <a:off x="914400" y="2834640"/>
            <a:ext cx="6583680" cy="3207344"/>
          </a:xfrm>
        </p:spPr>
        <p:txBody>
          <a:bodyPr lIns="91440" tIns="0" rIns="91440" bIns="0">
            <a:normAutofit/>
          </a:bodyPr>
          <a:lstStyle>
            <a:lvl1pPr marL="0" indent="0">
              <a:lnSpc>
                <a:spcPct val="150000"/>
              </a:lnSpc>
              <a:spcBef>
                <a:spcPts val="0"/>
              </a:spcBef>
              <a:buNone/>
              <a:defRPr sz="2400"/>
            </a:lvl1pPr>
            <a:lvl2pPr marL="347472">
              <a:lnSpc>
                <a:spcPct val="150000"/>
              </a:lnSpc>
              <a:spcBef>
                <a:spcPts val="0"/>
              </a:spcBef>
              <a:defRPr sz="2000"/>
            </a:lvl2pPr>
            <a:lvl3pPr marL="685800">
              <a:lnSpc>
                <a:spcPct val="150000"/>
              </a:lnSpc>
              <a:spcBef>
                <a:spcPts val="0"/>
              </a:spcBef>
              <a:defRPr sz="1800"/>
            </a:lvl3pPr>
          </a:lstStyle>
          <a:p>
            <a:pPr lvl="0"/>
            <a:r>
              <a:rPr lang="en-US" dirty="0"/>
              <a:t>Click to add text</a:t>
            </a:r>
          </a:p>
          <a:p>
            <a:pPr lvl="1"/>
            <a:r>
              <a:rPr lang="en-US" dirty="0"/>
              <a:t>Second level</a:t>
            </a:r>
          </a:p>
          <a:p>
            <a:pPr lvl="2"/>
            <a:r>
              <a:rPr lang="en-US" dirty="0"/>
              <a:t>Third level</a:t>
            </a:r>
          </a:p>
        </p:txBody>
      </p:sp>
      <p:sp>
        <p:nvSpPr>
          <p:cNvPr id="3" name="Slide Number Placeholder 2">
            <a:extLst>
              <a:ext uri="{FF2B5EF4-FFF2-40B4-BE49-F238E27FC236}">
                <a16:creationId xmlns:a16="http://schemas.microsoft.com/office/drawing/2014/main" id="{71114D1E-7749-DD58-8782-318E4F679DE0}"/>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333964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37D12D-0FCA-3396-988D-452D3D526E3D}"/>
              </a:ext>
              <a:ext uri="{C183D7F6-B498-43B3-948B-1728B52AA6E4}">
                <adec:decorative xmlns:adec="http://schemas.microsoft.com/office/drawing/2017/decorative" val="1"/>
              </a:ext>
            </a:extLst>
          </p:cNvPr>
          <p:cNvSpPr/>
          <p:nvPr userDrawn="1"/>
        </p:nvSpPr>
        <p:spPr>
          <a:xfrm>
            <a:off x="-24064" y="3390900"/>
            <a:ext cx="12216063" cy="34671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6" name="Rectangle 5">
            <a:extLst>
              <a:ext uri="{FF2B5EF4-FFF2-40B4-BE49-F238E27FC236}">
                <a16:creationId xmlns:a16="http://schemas.microsoft.com/office/drawing/2014/main" id="{11710CE8-8A83-C0D3-623E-AFCC6C6A2930}"/>
              </a:ext>
              <a:ext uri="{C183D7F6-B498-43B3-948B-1728B52AA6E4}">
                <adec:decorative xmlns:adec="http://schemas.microsoft.com/office/drawing/2017/decorative" val="1"/>
              </a:ext>
            </a:extLst>
          </p:cNvPr>
          <p:cNvSpPr/>
          <p:nvPr userDrawn="1"/>
        </p:nvSpPr>
        <p:spPr>
          <a:xfrm>
            <a:off x="443346" y="332509"/>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grpSp>
        <p:nvGrpSpPr>
          <p:cNvPr id="18" name="Group 17">
            <a:extLst>
              <a:ext uri="{FF2B5EF4-FFF2-40B4-BE49-F238E27FC236}">
                <a16:creationId xmlns:a16="http://schemas.microsoft.com/office/drawing/2014/main" id="{7AA66C80-37C3-6D28-7564-733A30B2CD8D}"/>
              </a:ext>
              <a:ext uri="{C183D7F6-B498-43B3-948B-1728B52AA6E4}">
                <adec:decorative xmlns:adec="http://schemas.microsoft.com/office/drawing/2017/decorative" val="1"/>
              </a:ext>
            </a:extLst>
          </p:cNvPr>
          <p:cNvGrpSpPr/>
          <p:nvPr userDrawn="1"/>
        </p:nvGrpSpPr>
        <p:grpSpPr>
          <a:xfrm flipH="1">
            <a:off x="9353550" y="0"/>
            <a:ext cx="2838450" cy="2857958"/>
            <a:chOff x="0" y="0"/>
            <a:chExt cx="2838450" cy="2857958"/>
          </a:xfrm>
        </p:grpSpPr>
        <p:sp>
          <p:nvSpPr>
            <p:cNvPr id="12" name="Freeform: Shape 28">
              <a:extLst>
                <a:ext uri="{FF2B5EF4-FFF2-40B4-BE49-F238E27FC236}">
                  <a16:creationId xmlns:a16="http://schemas.microsoft.com/office/drawing/2014/main" id="{D9DB7C23-E0CF-A75F-BFFD-4E7679AF4AD5}"/>
                </a:ext>
                <a:ext uri="{C183D7F6-B498-43B3-948B-1728B52AA6E4}">
                  <adec:decorative xmlns:adec="http://schemas.microsoft.com/office/drawing/2017/decorative" val="1"/>
                </a:ext>
              </a:extLst>
            </p:cNvPr>
            <p:cNvSpPr/>
            <p:nvPr userDrawn="1"/>
          </p:nvSpPr>
          <p:spPr>
            <a:xfrm>
              <a:off x="0" y="0"/>
              <a:ext cx="2838450" cy="2857958"/>
            </a:xfrm>
            <a:custGeom>
              <a:avLst/>
              <a:gdLst>
                <a:gd name="connsiteX0" fmla="*/ 1971005 w 2838450"/>
                <a:gd name="connsiteY0" fmla="*/ 0 h 2857958"/>
                <a:gd name="connsiteX1" fmla="*/ 2838450 w 2838450"/>
                <a:gd name="connsiteY1" fmla="*/ 0 h 2857958"/>
                <a:gd name="connsiteX2" fmla="*/ 2838450 w 2838450"/>
                <a:gd name="connsiteY2" fmla="*/ 7240 h 2857958"/>
                <a:gd name="connsiteX3" fmla="*/ 278890 w 2838450"/>
                <a:gd name="connsiteY3" fmla="*/ 2843883 h 2857958"/>
                <a:gd name="connsiteX4" fmla="*/ 0 w 2838450"/>
                <a:gd name="connsiteY4" fmla="*/ 2857958 h 2857958"/>
                <a:gd name="connsiteX5" fmla="*/ 0 w 2838450"/>
                <a:gd name="connsiteY5" fmla="*/ 1990580 h 2857958"/>
                <a:gd name="connsiteX6" fmla="*/ 190293 w 2838450"/>
                <a:gd name="connsiteY6" fmla="*/ 1980883 h 2857958"/>
                <a:gd name="connsiteX7" fmla="*/ 1960910 w 2838450"/>
                <a:gd name="connsiteY7" fmla="*/ 200390 h 2857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38450" h="2857958">
                  <a:moveTo>
                    <a:pt x="1971005" y="0"/>
                  </a:moveTo>
                  <a:lnTo>
                    <a:pt x="2838450" y="0"/>
                  </a:lnTo>
                  <a:lnTo>
                    <a:pt x="2838450" y="7240"/>
                  </a:lnTo>
                  <a:cubicBezTo>
                    <a:pt x="2838450" y="1484015"/>
                    <a:pt x="1716931" y="2697914"/>
                    <a:pt x="278890" y="2843883"/>
                  </a:cubicBezTo>
                  <a:lnTo>
                    <a:pt x="0" y="2857958"/>
                  </a:lnTo>
                  <a:lnTo>
                    <a:pt x="0" y="1990580"/>
                  </a:lnTo>
                  <a:lnTo>
                    <a:pt x="190293" y="1980883"/>
                  </a:lnTo>
                  <a:cubicBezTo>
                    <a:pt x="1124600" y="1885128"/>
                    <a:pt x="1866185" y="1135788"/>
                    <a:pt x="1960910" y="200390"/>
                  </a:cubicBez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p>
          </p:txBody>
        </p:sp>
        <p:sp>
          <p:nvSpPr>
            <p:cNvPr id="15" name="Freeform: Shape 15">
              <a:extLst>
                <a:ext uri="{FF2B5EF4-FFF2-40B4-BE49-F238E27FC236}">
                  <a16:creationId xmlns:a16="http://schemas.microsoft.com/office/drawing/2014/main" id="{4D62A0CC-A0CE-403A-A167-27225B2C6083}"/>
                </a:ext>
                <a:ext uri="{C183D7F6-B498-43B3-948B-1728B52AA6E4}">
                  <adec:decorative xmlns:adec="http://schemas.microsoft.com/office/drawing/2017/decorative" val="1"/>
                </a:ext>
              </a:extLst>
            </p:cNvPr>
            <p:cNvSpPr/>
            <p:nvPr userDrawn="1"/>
          </p:nvSpPr>
          <p:spPr>
            <a:xfrm>
              <a:off x="1" y="1"/>
              <a:ext cx="1003449" cy="1013015"/>
            </a:xfrm>
            <a:custGeom>
              <a:avLst/>
              <a:gdLst>
                <a:gd name="connsiteX0" fmla="*/ 0 w 1003449"/>
                <a:gd name="connsiteY0" fmla="*/ 0 h 1013015"/>
                <a:gd name="connsiteX1" fmla="*/ 1003449 w 1003449"/>
                <a:gd name="connsiteY1" fmla="*/ 0 h 1013015"/>
                <a:gd name="connsiteX2" fmla="*/ 998306 w 1003449"/>
                <a:gd name="connsiteY2" fmla="*/ 100639 h 1013015"/>
                <a:gd name="connsiteX3" fmla="*/ 90663 w 1003449"/>
                <a:gd name="connsiteY3" fmla="*/ 1008380 h 1013015"/>
                <a:gd name="connsiteX4" fmla="*/ 0 w 1003449"/>
                <a:gd name="connsiteY4" fmla="*/ 1013015 h 1013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3449" h="1013015">
                  <a:moveTo>
                    <a:pt x="0" y="0"/>
                  </a:moveTo>
                  <a:lnTo>
                    <a:pt x="1003449" y="0"/>
                  </a:lnTo>
                  <a:lnTo>
                    <a:pt x="998306" y="100639"/>
                  </a:lnTo>
                  <a:cubicBezTo>
                    <a:pt x="949402" y="576784"/>
                    <a:pt x="566756" y="959471"/>
                    <a:pt x="90663" y="1008380"/>
                  </a:cubicBezTo>
                  <a:lnTo>
                    <a:pt x="0" y="1013015"/>
                  </a:lnTo>
                  <a:close/>
                </a:path>
              </a:pathLst>
            </a:custGeom>
            <a:solidFill>
              <a:schemeClr val="bg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6" name="Image 2">
              <a:extLst>
                <a:ext uri="{FF2B5EF4-FFF2-40B4-BE49-F238E27FC236}">
                  <a16:creationId xmlns:a16="http://schemas.microsoft.com/office/drawing/2014/main" id="{F8AD83DA-A293-6D56-F606-7C98C403A3F7}"/>
                </a:ext>
                <a:ext uri="{C183D7F6-B498-43B3-948B-1728B52AA6E4}">
                  <adec:decorative xmlns:adec="http://schemas.microsoft.com/office/drawing/2017/decorative" val="1"/>
                </a:ext>
              </a:extLst>
            </p:cNvPr>
            <p:cNvSpPr/>
            <p:nvPr userDrawn="1"/>
          </p:nvSpPr>
          <p:spPr>
            <a:xfrm>
              <a:off x="1458332" y="590133"/>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grpSp>
      <p:sp>
        <p:nvSpPr>
          <p:cNvPr id="2" name="Title 1"/>
          <p:cNvSpPr>
            <a:spLocks noGrp="1"/>
          </p:cNvSpPr>
          <p:nvPr userDrawn="1">
            <p:ph type="title" hasCustomPrompt="1"/>
          </p:nvPr>
        </p:nvSpPr>
        <p:spPr>
          <a:xfrm>
            <a:off x="5702441" y="1061623"/>
            <a:ext cx="5723586" cy="4739104"/>
          </a:xfrm>
        </p:spPr>
        <p:txBody>
          <a:bodyPr tIns="0" bIns="0" anchor="ctr">
            <a:noAutofit/>
          </a:bodyPr>
          <a:lstStyle>
            <a:lvl1pPr algn="l">
              <a:lnSpc>
                <a:spcPct val="100000"/>
              </a:lnSpc>
              <a:defRPr sz="3600" b="1"/>
            </a:lvl1pPr>
          </a:lstStyle>
          <a:p>
            <a:r>
              <a:rPr lang="en-US" dirty="0"/>
              <a:t>Click to add title</a:t>
            </a:r>
          </a:p>
        </p:txBody>
      </p:sp>
      <p:sp>
        <p:nvSpPr>
          <p:cNvPr id="8" name="Picture Placeholder 7">
            <a:extLst>
              <a:ext uri="{FF2B5EF4-FFF2-40B4-BE49-F238E27FC236}">
                <a16:creationId xmlns:a16="http://schemas.microsoft.com/office/drawing/2014/main" id="{E979AC40-7C15-9431-5B1A-415655A7FC05}"/>
              </a:ext>
            </a:extLst>
          </p:cNvPr>
          <p:cNvSpPr>
            <a:spLocks noGrp="1"/>
          </p:cNvSpPr>
          <p:nvPr>
            <p:ph type="pic" sz="quarter" idx="11" hasCustomPrompt="1"/>
          </p:nvPr>
        </p:nvSpPr>
        <p:spPr>
          <a:xfrm>
            <a:off x="443345" y="0"/>
            <a:ext cx="4344695" cy="6359525"/>
          </a:xfrm>
        </p:spPr>
        <p:txBody>
          <a:bodyPr>
            <a:normAutofit/>
          </a:bodyPr>
          <a:lstStyle>
            <a:lvl1pPr marL="0" indent="0">
              <a:buNone/>
              <a:defRPr sz="1800"/>
            </a:lvl1pPr>
          </a:lstStyle>
          <a:p>
            <a:pPr lvl="0"/>
            <a:r>
              <a:rPr lang="en-US" dirty="0"/>
              <a:t>Click to add picture</a:t>
            </a:r>
          </a:p>
        </p:txBody>
      </p:sp>
    </p:spTree>
    <p:extLst>
      <p:ext uri="{BB962C8B-B14F-4D97-AF65-F5344CB8AC3E}">
        <p14:creationId xmlns:p14="http://schemas.microsoft.com/office/powerpoint/2010/main" val="433189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86F8B46B-EF6E-BC12-09E2-0F3B779197B4}"/>
              </a:ext>
              <a:ext uri="{C183D7F6-B498-43B3-948B-1728B52AA6E4}">
                <adec:decorative xmlns:adec="http://schemas.microsoft.com/office/drawing/2017/decorative" val="1"/>
              </a:ext>
            </a:extLst>
          </p:cNvPr>
          <p:cNvSpPr/>
          <p:nvPr userDrawn="1"/>
        </p:nvSpPr>
        <p:spPr>
          <a:xfrm>
            <a:off x="-24064" y="-400"/>
            <a:ext cx="12216063" cy="34671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22" name="Rectangle 21">
            <a:extLst>
              <a:ext uri="{FF2B5EF4-FFF2-40B4-BE49-F238E27FC236}">
                <a16:creationId xmlns:a16="http://schemas.microsoft.com/office/drawing/2014/main" id="{5D7B4F11-E150-473B-98F5-6E6AC9646863}"/>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36" name="Freeform 35">
            <a:extLst>
              <a:ext uri="{FF2B5EF4-FFF2-40B4-BE49-F238E27FC236}">
                <a16:creationId xmlns:a16="http://schemas.microsoft.com/office/drawing/2014/main" id="{A8E2FA61-C047-21BB-AA50-F84AD7685498}"/>
              </a:ext>
              <a:ext uri="{C183D7F6-B498-43B3-948B-1728B52AA6E4}">
                <adec:decorative xmlns:adec="http://schemas.microsoft.com/office/drawing/2017/decorative" val="1"/>
              </a:ext>
            </a:extLst>
          </p:cNvPr>
          <p:cNvSpPr/>
          <p:nvPr userDrawn="1"/>
        </p:nvSpPr>
        <p:spPr>
          <a:xfrm rot="16200000">
            <a:off x="5760023" y="3764463"/>
            <a:ext cx="2812357" cy="3394143"/>
          </a:xfrm>
          <a:custGeom>
            <a:avLst/>
            <a:gdLst>
              <a:gd name="connsiteX0" fmla="*/ 0 w 2812357"/>
              <a:gd name="connsiteY0" fmla="*/ 0 h 3394143"/>
              <a:gd name="connsiteX1" fmla="*/ 2812357 w 2812357"/>
              <a:gd name="connsiteY1" fmla="*/ 3394143 h 3394143"/>
              <a:gd name="connsiteX2" fmla="*/ 0 w 2812357"/>
              <a:gd name="connsiteY2" fmla="*/ 3394143 h 3394143"/>
            </a:gdLst>
            <a:ahLst/>
            <a:cxnLst>
              <a:cxn ang="0">
                <a:pos x="connsiteX0" y="connsiteY0"/>
              </a:cxn>
              <a:cxn ang="0">
                <a:pos x="connsiteX1" y="connsiteY1"/>
              </a:cxn>
              <a:cxn ang="0">
                <a:pos x="connsiteX2" y="connsiteY2"/>
              </a:cxn>
            </a:cxnLst>
            <a:rect l="l" t="t" r="r" b="b"/>
            <a:pathLst>
              <a:path w="2812357" h="3394143">
                <a:moveTo>
                  <a:pt x="0" y="0"/>
                </a:moveTo>
                <a:lnTo>
                  <a:pt x="2812357" y="3394143"/>
                </a:lnTo>
                <a:lnTo>
                  <a:pt x="0" y="3394143"/>
                </a:lnTo>
                <a:close/>
              </a:path>
            </a:pathLst>
          </a:custGeom>
          <a:solidFill>
            <a:schemeClr val="accent4">
              <a:lumMod val="40000"/>
              <a:lumOff val="60000"/>
              <a:alpha val="50000"/>
            </a:schemeClr>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33" name="Freeform 32">
            <a:extLst>
              <a:ext uri="{FF2B5EF4-FFF2-40B4-BE49-F238E27FC236}">
                <a16:creationId xmlns:a16="http://schemas.microsoft.com/office/drawing/2014/main" id="{1A2791BA-760E-9FA5-8743-D0B699FC9835}"/>
              </a:ext>
              <a:ext uri="{C183D7F6-B498-43B3-948B-1728B52AA6E4}">
                <adec:decorative xmlns:adec="http://schemas.microsoft.com/office/drawing/2017/decorative" val="1"/>
              </a:ext>
            </a:extLst>
          </p:cNvPr>
          <p:cNvSpPr/>
          <p:nvPr userDrawn="1"/>
        </p:nvSpPr>
        <p:spPr>
          <a:xfrm>
            <a:off x="0" y="3463854"/>
            <a:ext cx="435241" cy="3394146"/>
          </a:xfrm>
          <a:custGeom>
            <a:avLst/>
            <a:gdLst>
              <a:gd name="connsiteX0" fmla="*/ 435241 w 435241"/>
              <a:gd name="connsiteY0" fmla="*/ 0 h 3394146"/>
              <a:gd name="connsiteX1" fmla="*/ 435241 w 435241"/>
              <a:gd name="connsiteY1" fmla="*/ 3394146 h 3394146"/>
              <a:gd name="connsiteX2" fmla="*/ 0 w 435241"/>
              <a:gd name="connsiteY2" fmla="*/ 3394146 h 3394146"/>
              <a:gd name="connsiteX3" fmla="*/ 0 w 435241"/>
              <a:gd name="connsiteY3" fmla="*/ 523525 h 3394146"/>
            </a:gdLst>
            <a:ahLst/>
            <a:cxnLst>
              <a:cxn ang="0">
                <a:pos x="connsiteX0" y="connsiteY0"/>
              </a:cxn>
              <a:cxn ang="0">
                <a:pos x="connsiteX1" y="connsiteY1"/>
              </a:cxn>
              <a:cxn ang="0">
                <a:pos x="connsiteX2" y="connsiteY2"/>
              </a:cxn>
              <a:cxn ang="0">
                <a:pos x="connsiteX3" y="connsiteY3"/>
              </a:cxn>
            </a:cxnLst>
            <a:rect l="l" t="t" r="r" b="b"/>
            <a:pathLst>
              <a:path w="435241" h="3394146">
                <a:moveTo>
                  <a:pt x="435241" y="0"/>
                </a:moveTo>
                <a:lnTo>
                  <a:pt x="435241" y="3394146"/>
                </a:lnTo>
                <a:lnTo>
                  <a:pt x="0" y="3394146"/>
                </a:lnTo>
                <a:lnTo>
                  <a:pt x="0" y="523525"/>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4" name="Title 1">
            <a:extLst>
              <a:ext uri="{FF2B5EF4-FFF2-40B4-BE49-F238E27FC236}">
                <a16:creationId xmlns:a16="http://schemas.microsoft.com/office/drawing/2014/main" id="{8D6A03F2-8C7B-D33B-0E8F-24D4800D5C01}"/>
              </a:ext>
            </a:extLst>
          </p:cNvPr>
          <p:cNvSpPr>
            <a:spLocks noGrp="1"/>
          </p:cNvSpPr>
          <p:nvPr userDrawn="1">
            <p:ph type="title" hasCustomPrompt="1"/>
          </p:nvPr>
        </p:nvSpPr>
        <p:spPr>
          <a:xfrm>
            <a:off x="914400" y="1057275"/>
            <a:ext cx="5259554" cy="2495028"/>
          </a:xfrm>
        </p:spPr>
        <p:txBody>
          <a:bodyPr tIns="0" bIns="0">
            <a:noAutofit/>
          </a:bodyPr>
          <a:lstStyle>
            <a:lvl1pPr algn="l">
              <a:lnSpc>
                <a:spcPct val="100000"/>
              </a:lnSpc>
              <a:defRPr sz="3600"/>
            </a:lvl1pPr>
          </a:lstStyle>
          <a:p>
            <a:r>
              <a:rPr lang="en-US" dirty="0"/>
              <a:t>Click to add text</a:t>
            </a:r>
          </a:p>
        </p:txBody>
      </p:sp>
      <p:sp>
        <p:nvSpPr>
          <p:cNvPr id="5" name="Content Placeholder 2">
            <a:extLst>
              <a:ext uri="{FF2B5EF4-FFF2-40B4-BE49-F238E27FC236}">
                <a16:creationId xmlns:a16="http://schemas.microsoft.com/office/drawing/2014/main" id="{C51465C6-2CDE-B5BF-F22E-CBDD44E86CFC}"/>
              </a:ext>
            </a:extLst>
          </p:cNvPr>
          <p:cNvSpPr>
            <a:spLocks noGrp="1"/>
          </p:cNvSpPr>
          <p:nvPr userDrawn="1">
            <p:ph idx="1" hasCustomPrompt="1"/>
          </p:nvPr>
        </p:nvSpPr>
        <p:spPr>
          <a:xfrm>
            <a:off x="914400" y="3808750"/>
            <a:ext cx="5259554" cy="2233233"/>
          </a:xfrm>
        </p:spPr>
        <p:txBody>
          <a:bodyPr lIns="91440" tIns="0" rIns="91440" bIns="0">
            <a:normAutofit/>
          </a:bodyPr>
          <a:lstStyle>
            <a:lvl1pPr marL="0" indent="0">
              <a:lnSpc>
                <a:spcPct val="100000"/>
              </a:lnSpc>
              <a:spcBef>
                <a:spcPts val="0"/>
              </a:spcBef>
              <a:buNone/>
              <a:defRPr sz="2400"/>
            </a:lvl1pPr>
            <a:lvl2pPr marL="347472">
              <a:lnSpc>
                <a:spcPct val="100000"/>
              </a:lnSpc>
              <a:spcBef>
                <a:spcPts val="0"/>
              </a:spcBef>
              <a:defRPr sz="2400"/>
            </a:lvl2pPr>
            <a:lvl3pPr marL="685800">
              <a:lnSpc>
                <a:spcPct val="100000"/>
              </a:lnSpc>
              <a:spcBef>
                <a:spcPts val="0"/>
              </a:spcBef>
              <a:defRPr sz="2400"/>
            </a:lvl3pPr>
          </a:lstStyle>
          <a:p>
            <a:pPr lvl="0"/>
            <a:r>
              <a:rPr lang="en-US" dirty="0"/>
              <a:t>Click to add text</a:t>
            </a:r>
          </a:p>
          <a:p>
            <a:pPr lvl="1"/>
            <a:r>
              <a:rPr lang="en-US" dirty="0"/>
              <a:t>Second level</a:t>
            </a:r>
          </a:p>
          <a:p>
            <a:pPr lvl="2"/>
            <a:r>
              <a:rPr lang="en-US" dirty="0"/>
              <a:t>Third level</a:t>
            </a:r>
          </a:p>
        </p:txBody>
      </p:sp>
      <p:sp>
        <p:nvSpPr>
          <p:cNvPr id="52" name="Picture Placeholder 7">
            <a:extLst>
              <a:ext uri="{FF2B5EF4-FFF2-40B4-BE49-F238E27FC236}">
                <a16:creationId xmlns:a16="http://schemas.microsoft.com/office/drawing/2014/main" id="{55126063-BDEE-A1AB-FDAE-DD9B98CACDA8}"/>
              </a:ext>
            </a:extLst>
          </p:cNvPr>
          <p:cNvSpPr>
            <a:spLocks noGrp="1"/>
          </p:cNvSpPr>
          <p:nvPr>
            <p:ph type="pic" sz="quarter" idx="11" hasCustomPrompt="1"/>
          </p:nvPr>
        </p:nvSpPr>
        <p:spPr>
          <a:xfrm>
            <a:off x="7414194" y="410780"/>
            <a:ext cx="4344695" cy="6447220"/>
          </a:xfrm>
          <a:solidFill>
            <a:schemeClr val="accent3"/>
          </a:solidFill>
        </p:spPr>
        <p:txBody>
          <a:bodyPr>
            <a:normAutofit/>
          </a:bodyPr>
          <a:lstStyle>
            <a:lvl1pPr marL="0" indent="0">
              <a:buNone/>
              <a:defRPr sz="1800"/>
            </a:lvl1pPr>
          </a:lstStyle>
          <a:p>
            <a:pPr lvl="0"/>
            <a:r>
              <a:rPr lang="en-US" dirty="0"/>
              <a:t>Click to add picture</a:t>
            </a:r>
          </a:p>
        </p:txBody>
      </p:sp>
    </p:spTree>
    <p:extLst>
      <p:ext uri="{BB962C8B-B14F-4D97-AF65-F5344CB8AC3E}">
        <p14:creationId xmlns:p14="http://schemas.microsoft.com/office/powerpoint/2010/main" val="1681789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32" name="Image 1">
            <a:extLst>
              <a:ext uri="{FF2B5EF4-FFF2-40B4-BE49-F238E27FC236}">
                <a16:creationId xmlns:a16="http://schemas.microsoft.com/office/drawing/2014/main" id="{2A3EC91E-4089-D366-06D3-3E66F93DFAF3}"/>
              </a:ext>
              <a:ext uri="{C183D7F6-B498-43B3-948B-1728B52AA6E4}">
                <adec:decorative xmlns:adec="http://schemas.microsoft.com/office/drawing/2017/decorative" val="1"/>
              </a:ext>
            </a:extLst>
          </p:cNvPr>
          <p:cNvSpPr/>
          <p:nvPr/>
        </p:nvSpPr>
        <p:spPr>
          <a:xfrm>
            <a:off x="-7117" y="0"/>
            <a:ext cx="2550985" cy="6858000"/>
          </a:xfrm>
          <a:custGeom>
            <a:avLst/>
            <a:gdLst>
              <a:gd name="connsiteX0" fmla="*/ 2550985 w 2550985"/>
              <a:gd name="connsiteY0" fmla="*/ 0 h 6858000"/>
              <a:gd name="connsiteX1" fmla="*/ 0 w 2550985"/>
              <a:gd name="connsiteY1" fmla="*/ 0 h 6858000"/>
              <a:gd name="connsiteX2" fmla="*/ 0 w 2550985"/>
              <a:gd name="connsiteY2" fmla="*/ 6858000 h 6858000"/>
              <a:gd name="connsiteX3" fmla="*/ 2550985 w 2550985"/>
              <a:gd name="connsiteY3" fmla="*/ 6858000 h 6858000"/>
              <a:gd name="connsiteX4" fmla="*/ 2550985 w 2550985"/>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50985" h="6858000">
                <a:moveTo>
                  <a:pt x="2550985" y="0"/>
                </a:moveTo>
                <a:lnTo>
                  <a:pt x="0" y="0"/>
                </a:lnTo>
                <a:lnTo>
                  <a:pt x="0" y="6858000"/>
                </a:lnTo>
                <a:lnTo>
                  <a:pt x="2550985" y="6858000"/>
                </a:lnTo>
                <a:lnTo>
                  <a:pt x="2550985" y="0"/>
                </a:lnTo>
                <a:close/>
              </a:path>
            </a:pathLst>
          </a:custGeom>
          <a:solidFill>
            <a:schemeClr val="accent4"/>
          </a:solidFill>
          <a:ln w="7045" cap="flat">
            <a:noFill/>
            <a:prstDash val="solid"/>
            <a:miter/>
          </a:ln>
        </p:spPr>
        <p:txBody>
          <a:bodyPr rtlCol="0" anchor="ctr">
            <a:noAutofit/>
          </a:bodyPr>
          <a:lstStyle/>
          <a:p>
            <a:endParaRPr lang="en-US" dirty="0"/>
          </a:p>
        </p:txBody>
      </p:sp>
      <p:sp>
        <p:nvSpPr>
          <p:cNvPr id="53" name="Freeform: Shape 52">
            <a:extLst>
              <a:ext uri="{FF2B5EF4-FFF2-40B4-BE49-F238E27FC236}">
                <a16:creationId xmlns:a16="http://schemas.microsoft.com/office/drawing/2014/main" id="{70F595E1-C910-3710-90E9-AF5FFCE05861}"/>
              </a:ext>
              <a:ext uri="{C183D7F6-B498-43B3-948B-1728B52AA6E4}">
                <adec:decorative xmlns:adec="http://schemas.microsoft.com/office/drawing/2017/decorative" val="1"/>
              </a:ext>
            </a:extLst>
          </p:cNvPr>
          <p:cNvSpPr/>
          <p:nvPr userDrawn="1"/>
        </p:nvSpPr>
        <p:spPr>
          <a:xfrm>
            <a:off x="-9415" y="0"/>
            <a:ext cx="2548591" cy="2555628"/>
          </a:xfrm>
          <a:custGeom>
            <a:avLst/>
            <a:gdLst>
              <a:gd name="connsiteX0" fmla="*/ 138643 w 2548591"/>
              <a:gd name="connsiteY0" fmla="*/ 1 h 2555628"/>
              <a:gd name="connsiteX1" fmla="*/ 163874 w 2548591"/>
              <a:gd name="connsiteY1" fmla="*/ 1 h 2555628"/>
              <a:gd name="connsiteX2" fmla="*/ 2548463 w 2548591"/>
              <a:gd name="connsiteY2" fmla="*/ 2391168 h 2555628"/>
              <a:gd name="connsiteX3" fmla="*/ 2548463 w 2548591"/>
              <a:gd name="connsiteY3" fmla="*/ 2416472 h 2555628"/>
              <a:gd name="connsiteX4" fmla="*/ 2548590 w 2548591"/>
              <a:gd name="connsiteY4" fmla="*/ 2416600 h 2555628"/>
              <a:gd name="connsiteX5" fmla="*/ 138643 w 2548591"/>
              <a:gd name="connsiteY5" fmla="*/ 1 h 2555628"/>
              <a:gd name="connsiteX6" fmla="*/ 0 w 2548591"/>
              <a:gd name="connsiteY6" fmla="*/ 1 h 2555628"/>
              <a:gd name="connsiteX7" fmla="*/ 25231 w 2548591"/>
              <a:gd name="connsiteY7" fmla="*/ 1 h 2555628"/>
              <a:gd name="connsiteX8" fmla="*/ 2548591 w 2548591"/>
              <a:gd name="connsiteY8" fmla="*/ 2530324 h 2555628"/>
              <a:gd name="connsiteX9" fmla="*/ 2548591 w 2548591"/>
              <a:gd name="connsiteY9" fmla="*/ 2555628 h 2555628"/>
              <a:gd name="connsiteX10" fmla="*/ 0 w 2548591"/>
              <a:gd name="connsiteY10" fmla="*/ 1 h 2555628"/>
              <a:gd name="connsiteX11" fmla="*/ 277411 w 2548591"/>
              <a:gd name="connsiteY11" fmla="*/ 1 h 2555628"/>
              <a:gd name="connsiteX12" fmla="*/ 302642 w 2548591"/>
              <a:gd name="connsiteY12" fmla="*/ 1 h 2555628"/>
              <a:gd name="connsiteX13" fmla="*/ 2548582 w 2548591"/>
              <a:gd name="connsiteY13" fmla="*/ 2252147 h 2555628"/>
              <a:gd name="connsiteX14" fmla="*/ 2548582 w 2548591"/>
              <a:gd name="connsiteY14" fmla="*/ 2277444 h 2555628"/>
              <a:gd name="connsiteX15" fmla="*/ 277411 w 2548591"/>
              <a:gd name="connsiteY15" fmla="*/ 1 h 2555628"/>
              <a:gd name="connsiteX16" fmla="*/ 416054 w 2548591"/>
              <a:gd name="connsiteY16" fmla="*/ 1 h 2555628"/>
              <a:gd name="connsiteX17" fmla="*/ 441285 w 2548591"/>
              <a:gd name="connsiteY17" fmla="*/ 1 h 2555628"/>
              <a:gd name="connsiteX18" fmla="*/ 2548589 w 2548591"/>
              <a:gd name="connsiteY18" fmla="*/ 2113119 h 2555628"/>
              <a:gd name="connsiteX19" fmla="*/ 2548589 w 2548591"/>
              <a:gd name="connsiteY19" fmla="*/ 2138423 h 2555628"/>
              <a:gd name="connsiteX20" fmla="*/ 416054 w 2548591"/>
              <a:gd name="connsiteY20" fmla="*/ 1 h 2555628"/>
              <a:gd name="connsiteX21" fmla="*/ 554698 w 2548591"/>
              <a:gd name="connsiteY21" fmla="*/ 1 h 2555628"/>
              <a:gd name="connsiteX22" fmla="*/ 579930 w 2548591"/>
              <a:gd name="connsiteY22" fmla="*/ 1 h 2555628"/>
              <a:gd name="connsiteX23" fmla="*/ 2548462 w 2548591"/>
              <a:gd name="connsiteY23" fmla="*/ 1973963 h 2555628"/>
              <a:gd name="connsiteX24" fmla="*/ 2548462 w 2548591"/>
              <a:gd name="connsiteY24" fmla="*/ 1999267 h 2555628"/>
              <a:gd name="connsiteX25" fmla="*/ 2548589 w 2548591"/>
              <a:gd name="connsiteY25" fmla="*/ 1999394 h 2555628"/>
              <a:gd name="connsiteX26" fmla="*/ 554698 w 2548591"/>
              <a:gd name="connsiteY26" fmla="*/ 1 h 2555628"/>
              <a:gd name="connsiteX27" fmla="*/ 693468 w 2548591"/>
              <a:gd name="connsiteY27" fmla="*/ 0 h 2555628"/>
              <a:gd name="connsiteX28" fmla="*/ 718701 w 2548591"/>
              <a:gd name="connsiteY28" fmla="*/ 0 h 2555628"/>
              <a:gd name="connsiteX29" fmla="*/ 2548583 w 2548591"/>
              <a:gd name="connsiteY29" fmla="*/ 1834942 h 2555628"/>
              <a:gd name="connsiteX30" fmla="*/ 2548583 w 2548591"/>
              <a:gd name="connsiteY30" fmla="*/ 1860239 h 2555628"/>
              <a:gd name="connsiteX31" fmla="*/ 693468 w 2548591"/>
              <a:gd name="connsiteY31" fmla="*/ 0 h 2555628"/>
              <a:gd name="connsiteX32" fmla="*/ 832112 w 2548591"/>
              <a:gd name="connsiteY32" fmla="*/ 0 h 2555628"/>
              <a:gd name="connsiteX33" fmla="*/ 857340 w 2548591"/>
              <a:gd name="connsiteY33" fmla="*/ 0 h 2555628"/>
              <a:gd name="connsiteX34" fmla="*/ 2548582 w 2548591"/>
              <a:gd name="connsiteY34" fmla="*/ 1695913 h 2555628"/>
              <a:gd name="connsiteX35" fmla="*/ 2548582 w 2548591"/>
              <a:gd name="connsiteY35" fmla="*/ 1721210 h 2555628"/>
              <a:gd name="connsiteX36" fmla="*/ 832112 w 2548591"/>
              <a:gd name="connsiteY36" fmla="*/ 0 h 2555628"/>
              <a:gd name="connsiteX37" fmla="*/ 970758 w 2548591"/>
              <a:gd name="connsiteY37" fmla="*/ 0 h 2555628"/>
              <a:gd name="connsiteX38" fmla="*/ 995986 w 2548591"/>
              <a:gd name="connsiteY38" fmla="*/ 0 h 2555628"/>
              <a:gd name="connsiteX39" fmla="*/ 2548463 w 2548591"/>
              <a:gd name="connsiteY39" fmla="*/ 1556758 h 2555628"/>
              <a:gd name="connsiteX40" fmla="*/ 2548463 w 2548591"/>
              <a:gd name="connsiteY40" fmla="*/ 1582062 h 2555628"/>
              <a:gd name="connsiteX41" fmla="*/ 2548590 w 2548591"/>
              <a:gd name="connsiteY41" fmla="*/ 1582189 h 2555628"/>
              <a:gd name="connsiteX42" fmla="*/ 970758 w 2548591"/>
              <a:gd name="connsiteY42" fmla="*/ 0 h 2555628"/>
              <a:gd name="connsiteX43" fmla="*/ 1109529 w 2548591"/>
              <a:gd name="connsiteY43" fmla="*/ 0 h 2555628"/>
              <a:gd name="connsiteX44" fmla="*/ 1134764 w 2548591"/>
              <a:gd name="connsiteY44" fmla="*/ 0 h 2555628"/>
              <a:gd name="connsiteX45" fmla="*/ 2548589 w 2548591"/>
              <a:gd name="connsiteY45" fmla="*/ 1417736 h 2555628"/>
              <a:gd name="connsiteX46" fmla="*/ 2548589 w 2548591"/>
              <a:gd name="connsiteY46" fmla="*/ 1443033 h 2555628"/>
              <a:gd name="connsiteX47" fmla="*/ 1109529 w 2548591"/>
              <a:gd name="connsiteY47" fmla="*/ 0 h 2555628"/>
              <a:gd name="connsiteX48" fmla="*/ 1248168 w 2548591"/>
              <a:gd name="connsiteY48" fmla="*/ 0 h 2555628"/>
              <a:gd name="connsiteX49" fmla="*/ 1273396 w 2548591"/>
              <a:gd name="connsiteY49" fmla="*/ 0 h 2555628"/>
              <a:gd name="connsiteX50" fmla="*/ 2548583 w 2548591"/>
              <a:gd name="connsiteY50" fmla="*/ 1278708 h 2555628"/>
              <a:gd name="connsiteX51" fmla="*/ 2548583 w 2548591"/>
              <a:gd name="connsiteY51" fmla="*/ 1304005 h 2555628"/>
              <a:gd name="connsiteX52" fmla="*/ 1248168 w 2548591"/>
              <a:gd name="connsiteY52" fmla="*/ 0 h 2555628"/>
              <a:gd name="connsiteX53" fmla="*/ 1386813 w 2548591"/>
              <a:gd name="connsiteY53" fmla="*/ 0 h 2555628"/>
              <a:gd name="connsiteX54" fmla="*/ 1412041 w 2548591"/>
              <a:gd name="connsiteY54" fmla="*/ 0 h 2555628"/>
              <a:gd name="connsiteX55" fmla="*/ 2548589 w 2548591"/>
              <a:gd name="connsiteY55" fmla="*/ 1139552 h 2555628"/>
              <a:gd name="connsiteX56" fmla="*/ 2548589 w 2548591"/>
              <a:gd name="connsiteY56" fmla="*/ 1164857 h 2555628"/>
              <a:gd name="connsiteX57" fmla="*/ 2548589 w 2548591"/>
              <a:gd name="connsiteY57" fmla="*/ 1164984 h 2555628"/>
              <a:gd name="connsiteX58" fmla="*/ 1386813 w 2548591"/>
              <a:gd name="connsiteY58" fmla="*/ 0 h 2555628"/>
              <a:gd name="connsiteX59" fmla="*/ 1525579 w 2548591"/>
              <a:gd name="connsiteY59" fmla="*/ 0 h 2555628"/>
              <a:gd name="connsiteX60" fmla="*/ 1550814 w 2548591"/>
              <a:gd name="connsiteY60" fmla="*/ 0 h 2555628"/>
              <a:gd name="connsiteX61" fmla="*/ 2548583 w 2548591"/>
              <a:gd name="connsiteY61" fmla="*/ 1000531 h 2555628"/>
              <a:gd name="connsiteX62" fmla="*/ 2548583 w 2548591"/>
              <a:gd name="connsiteY62" fmla="*/ 1025828 h 2555628"/>
              <a:gd name="connsiteX63" fmla="*/ 1525579 w 2548591"/>
              <a:gd name="connsiteY63" fmla="*/ 0 h 2555628"/>
              <a:gd name="connsiteX64" fmla="*/ 1664231 w 2548591"/>
              <a:gd name="connsiteY64" fmla="*/ 0 h 2555628"/>
              <a:gd name="connsiteX65" fmla="*/ 1689459 w 2548591"/>
              <a:gd name="connsiteY65" fmla="*/ 0 h 2555628"/>
              <a:gd name="connsiteX66" fmla="*/ 2548589 w 2548591"/>
              <a:gd name="connsiteY66" fmla="*/ 861503 h 2555628"/>
              <a:gd name="connsiteX67" fmla="*/ 2548589 w 2548591"/>
              <a:gd name="connsiteY67" fmla="*/ 886800 h 2555628"/>
              <a:gd name="connsiteX68" fmla="*/ 1664231 w 2548591"/>
              <a:gd name="connsiteY68" fmla="*/ 0 h 2555628"/>
              <a:gd name="connsiteX69" fmla="*/ 1802870 w 2548591"/>
              <a:gd name="connsiteY69" fmla="*/ 0 h 2555628"/>
              <a:gd name="connsiteX70" fmla="*/ 1828097 w 2548591"/>
              <a:gd name="connsiteY70" fmla="*/ 0 h 2555628"/>
              <a:gd name="connsiteX71" fmla="*/ 2548583 w 2548591"/>
              <a:gd name="connsiteY71" fmla="*/ 722347 h 2555628"/>
              <a:gd name="connsiteX72" fmla="*/ 2548583 w 2548591"/>
              <a:gd name="connsiteY72" fmla="*/ 747651 h 2555628"/>
              <a:gd name="connsiteX73" fmla="*/ 2548583 w 2548591"/>
              <a:gd name="connsiteY73" fmla="*/ 747778 h 2555628"/>
              <a:gd name="connsiteX74" fmla="*/ 1802870 w 2548591"/>
              <a:gd name="connsiteY74" fmla="*/ 0 h 2555628"/>
              <a:gd name="connsiteX75" fmla="*/ 1941642 w 2548591"/>
              <a:gd name="connsiteY75" fmla="*/ 0 h 2555628"/>
              <a:gd name="connsiteX76" fmla="*/ 1966877 w 2548591"/>
              <a:gd name="connsiteY76" fmla="*/ 0 h 2555628"/>
              <a:gd name="connsiteX77" fmla="*/ 2548589 w 2548591"/>
              <a:gd name="connsiteY77" fmla="*/ 583321 h 2555628"/>
              <a:gd name="connsiteX78" fmla="*/ 2548589 w 2548591"/>
              <a:gd name="connsiteY78" fmla="*/ 608622 h 2555628"/>
              <a:gd name="connsiteX79" fmla="*/ 1941642 w 2548591"/>
              <a:gd name="connsiteY79" fmla="*/ 0 h 2555628"/>
              <a:gd name="connsiteX80" fmla="*/ 2080281 w 2548591"/>
              <a:gd name="connsiteY80" fmla="*/ 0 h 2555628"/>
              <a:gd name="connsiteX81" fmla="*/ 2105508 w 2548591"/>
              <a:gd name="connsiteY81" fmla="*/ 0 h 2555628"/>
              <a:gd name="connsiteX82" fmla="*/ 2548582 w 2548591"/>
              <a:gd name="connsiteY82" fmla="*/ 444296 h 2555628"/>
              <a:gd name="connsiteX83" fmla="*/ 2548582 w 2548591"/>
              <a:gd name="connsiteY83" fmla="*/ 469597 h 2555628"/>
              <a:gd name="connsiteX84" fmla="*/ 2080281 w 2548591"/>
              <a:gd name="connsiteY84" fmla="*/ 0 h 2555628"/>
              <a:gd name="connsiteX85" fmla="*/ 2218926 w 2548591"/>
              <a:gd name="connsiteY85" fmla="*/ 0 h 2555628"/>
              <a:gd name="connsiteX86" fmla="*/ 2244153 w 2548591"/>
              <a:gd name="connsiteY86" fmla="*/ 0 h 2555628"/>
              <a:gd name="connsiteX87" fmla="*/ 2548582 w 2548591"/>
              <a:gd name="connsiteY87" fmla="*/ 305270 h 2555628"/>
              <a:gd name="connsiteX88" fmla="*/ 2548582 w 2548591"/>
              <a:gd name="connsiteY88" fmla="*/ 330570 h 2555628"/>
              <a:gd name="connsiteX89" fmla="*/ 2218926 w 2548591"/>
              <a:gd name="connsiteY89" fmla="*/ 0 h 2555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2548591" h="2555628">
                <a:moveTo>
                  <a:pt x="138643" y="1"/>
                </a:moveTo>
                <a:lnTo>
                  <a:pt x="163874" y="1"/>
                </a:lnTo>
                <a:cubicBezTo>
                  <a:pt x="163874" y="1318576"/>
                  <a:pt x="1233644" y="2391168"/>
                  <a:pt x="2548463" y="2391168"/>
                </a:cubicBezTo>
                <a:lnTo>
                  <a:pt x="2548463" y="2416472"/>
                </a:lnTo>
                <a:lnTo>
                  <a:pt x="2548590" y="2416600"/>
                </a:lnTo>
                <a:cubicBezTo>
                  <a:pt x="1219755" y="2416600"/>
                  <a:pt x="138643" y="1332503"/>
                  <a:pt x="138643" y="1"/>
                </a:cubicBezTo>
                <a:close/>
                <a:moveTo>
                  <a:pt x="0" y="1"/>
                </a:moveTo>
                <a:lnTo>
                  <a:pt x="25231" y="1"/>
                </a:lnTo>
                <a:cubicBezTo>
                  <a:pt x="25231" y="1395244"/>
                  <a:pt x="1157188" y="2530324"/>
                  <a:pt x="2548591" y="2530324"/>
                </a:cubicBezTo>
                <a:lnTo>
                  <a:pt x="2548591" y="2555628"/>
                </a:lnTo>
                <a:cubicBezTo>
                  <a:pt x="1143299" y="2555628"/>
                  <a:pt x="0" y="1409172"/>
                  <a:pt x="0" y="1"/>
                </a:cubicBezTo>
                <a:close/>
                <a:moveTo>
                  <a:pt x="277411" y="1"/>
                </a:moveTo>
                <a:lnTo>
                  <a:pt x="302642" y="1"/>
                </a:lnTo>
                <a:cubicBezTo>
                  <a:pt x="302642" y="1241907"/>
                  <a:pt x="1310229" y="2252147"/>
                  <a:pt x="2548582" y="2252147"/>
                </a:cubicBezTo>
                <a:lnTo>
                  <a:pt x="2548582" y="2277444"/>
                </a:lnTo>
                <a:cubicBezTo>
                  <a:pt x="1296205" y="2277444"/>
                  <a:pt x="277411" y="1255835"/>
                  <a:pt x="277411" y="1"/>
                </a:cubicBezTo>
                <a:close/>
                <a:moveTo>
                  <a:pt x="416054" y="1"/>
                </a:moveTo>
                <a:lnTo>
                  <a:pt x="441285" y="1"/>
                </a:lnTo>
                <a:cubicBezTo>
                  <a:pt x="441285" y="1165111"/>
                  <a:pt x="1386559" y="2113119"/>
                  <a:pt x="2548589" y="2113119"/>
                </a:cubicBezTo>
                <a:lnTo>
                  <a:pt x="2548589" y="2138423"/>
                </a:lnTo>
                <a:cubicBezTo>
                  <a:pt x="1372670" y="2138423"/>
                  <a:pt x="416054" y="1179166"/>
                  <a:pt x="416054" y="1"/>
                </a:cubicBezTo>
                <a:close/>
                <a:moveTo>
                  <a:pt x="554698" y="1"/>
                </a:moveTo>
                <a:lnTo>
                  <a:pt x="579930" y="1"/>
                </a:lnTo>
                <a:cubicBezTo>
                  <a:pt x="579930" y="1088442"/>
                  <a:pt x="1463017" y="1973963"/>
                  <a:pt x="2548462" y="1973963"/>
                </a:cubicBezTo>
                <a:lnTo>
                  <a:pt x="2548462" y="1999267"/>
                </a:lnTo>
                <a:lnTo>
                  <a:pt x="2548589" y="1999394"/>
                </a:lnTo>
                <a:cubicBezTo>
                  <a:pt x="1449127" y="1999394"/>
                  <a:pt x="554698" y="1102497"/>
                  <a:pt x="554698" y="1"/>
                </a:cubicBezTo>
                <a:close/>
                <a:moveTo>
                  <a:pt x="693468" y="0"/>
                </a:moveTo>
                <a:lnTo>
                  <a:pt x="718701" y="0"/>
                </a:lnTo>
                <a:cubicBezTo>
                  <a:pt x="718701" y="1011773"/>
                  <a:pt x="1539602" y="1834942"/>
                  <a:pt x="2548583" y="1834942"/>
                </a:cubicBezTo>
                <a:lnTo>
                  <a:pt x="2548583" y="1860239"/>
                </a:lnTo>
                <a:cubicBezTo>
                  <a:pt x="1525706" y="1860239"/>
                  <a:pt x="693468" y="1025701"/>
                  <a:pt x="693468" y="0"/>
                </a:cubicBezTo>
                <a:close/>
                <a:moveTo>
                  <a:pt x="832112" y="0"/>
                </a:moveTo>
                <a:lnTo>
                  <a:pt x="857340" y="0"/>
                </a:lnTo>
                <a:cubicBezTo>
                  <a:pt x="857340" y="935105"/>
                  <a:pt x="1616059" y="1695913"/>
                  <a:pt x="2548582" y="1695913"/>
                </a:cubicBezTo>
                <a:lnTo>
                  <a:pt x="2548582" y="1721210"/>
                </a:lnTo>
                <a:cubicBezTo>
                  <a:pt x="1602170" y="1721210"/>
                  <a:pt x="832112" y="949032"/>
                  <a:pt x="832112" y="0"/>
                </a:cubicBezTo>
                <a:close/>
                <a:moveTo>
                  <a:pt x="970758" y="0"/>
                </a:moveTo>
                <a:lnTo>
                  <a:pt x="995986" y="0"/>
                </a:lnTo>
                <a:cubicBezTo>
                  <a:pt x="995986" y="858436"/>
                  <a:pt x="1692391" y="1556758"/>
                  <a:pt x="2548463" y="1556758"/>
                </a:cubicBezTo>
                <a:lnTo>
                  <a:pt x="2548463" y="1582062"/>
                </a:lnTo>
                <a:lnTo>
                  <a:pt x="2548590" y="1582189"/>
                </a:lnTo>
                <a:cubicBezTo>
                  <a:pt x="1678628" y="1582189"/>
                  <a:pt x="970758" y="872491"/>
                  <a:pt x="970758" y="0"/>
                </a:cubicBezTo>
                <a:close/>
                <a:moveTo>
                  <a:pt x="1109529" y="0"/>
                </a:moveTo>
                <a:lnTo>
                  <a:pt x="1134764" y="0"/>
                </a:lnTo>
                <a:cubicBezTo>
                  <a:pt x="1134764" y="781767"/>
                  <a:pt x="1768975" y="1417736"/>
                  <a:pt x="2548589" y="1417736"/>
                </a:cubicBezTo>
                <a:lnTo>
                  <a:pt x="2548589" y="1443033"/>
                </a:lnTo>
                <a:cubicBezTo>
                  <a:pt x="1755086" y="1443033"/>
                  <a:pt x="1109529" y="795695"/>
                  <a:pt x="1109529" y="0"/>
                </a:cubicBezTo>
                <a:close/>
                <a:moveTo>
                  <a:pt x="1248168" y="0"/>
                </a:moveTo>
                <a:lnTo>
                  <a:pt x="1273396" y="0"/>
                </a:lnTo>
                <a:cubicBezTo>
                  <a:pt x="1273396" y="705097"/>
                  <a:pt x="1845433" y="1278708"/>
                  <a:pt x="2548583" y="1278708"/>
                </a:cubicBezTo>
                <a:lnTo>
                  <a:pt x="2548583" y="1304005"/>
                </a:lnTo>
                <a:cubicBezTo>
                  <a:pt x="1831537" y="1304005"/>
                  <a:pt x="1248168" y="719026"/>
                  <a:pt x="1248168" y="0"/>
                </a:cubicBezTo>
                <a:close/>
                <a:moveTo>
                  <a:pt x="1386813" y="0"/>
                </a:moveTo>
                <a:lnTo>
                  <a:pt x="1412041" y="0"/>
                </a:lnTo>
                <a:cubicBezTo>
                  <a:pt x="1412041" y="628428"/>
                  <a:pt x="1921890" y="1139552"/>
                  <a:pt x="2548589" y="1139552"/>
                </a:cubicBezTo>
                <a:lnTo>
                  <a:pt x="2548589" y="1164857"/>
                </a:lnTo>
                <a:lnTo>
                  <a:pt x="2548589" y="1164984"/>
                </a:lnTo>
                <a:cubicBezTo>
                  <a:pt x="1908001" y="1164984"/>
                  <a:pt x="1386813" y="642356"/>
                  <a:pt x="1386813" y="0"/>
                </a:cubicBezTo>
                <a:close/>
                <a:moveTo>
                  <a:pt x="1525579" y="0"/>
                </a:moveTo>
                <a:lnTo>
                  <a:pt x="1550814" y="0"/>
                </a:lnTo>
                <a:cubicBezTo>
                  <a:pt x="1550814" y="551759"/>
                  <a:pt x="1998468" y="1000531"/>
                  <a:pt x="2548583" y="1000531"/>
                </a:cubicBezTo>
                <a:lnTo>
                  <a:pt x="2548583" y="1025828"/>
                </a:lnTo>
                <a:cubicBezTo>
                  <a:pt x="1984452" y="1025828"/>
                  <a:pt x="1525579" y="565560"/>
                  <a:pt x="1525579" y="0"/>
                </a:cubicBezTo>
                <a:close/>
                <a:moveTo>
                  <a:pt x="1664231" y="0"/>
                </a:moveTo>
                <a:lnTo>
                  <a:pt x="1689459" y="0"/>
                </a:lnTo>
                <a:cubicBezTo>
                  <a:pt x="1689459" y="474963"/>
                  <a:pt x="2074805" y="861503"/>
                  <a:pt x="2548589" y="861503"/>
                </a:cubicBezTo>
                <a:lnTo>
                  <a:pt x="2548589" y="886800"/>
                </a:lnTo>
                <a:cubicBezTo>
                  <a:pt x="2060916" y="886800"/>
                  <a:pt x="1664231" y="489019"/>
                  <a:pt x="1664231" y="0"/>
                </a:cubicBezTo>
                <a:close/>
                <a:moveTo>
                  <a:pt x="1802870" y="0"/>
                </a:moveTo>
                <a:lnTo>
                  <a:pt x="1828097" y="0"/>
                </a:lnTo>
                <a:cubicBezTo>
                  <a:pt x="1828097" y="398295"/>
                  <a:pt x="2151263" y="722347"/>
                  <a:pt x="2548583" y="722347"/>
                </a:cubicBezTo>
                <a:lnTo>
                  <a:pt x="2548583" y="747651"/>
                </a:lnTo>
                <a:lnTo>
                  <a:pt x="2548583" y="747778"/>
                </a:lnTo>
                <a:cubicBezTo>
                  <a:pt x="2137367" y="747778"/>
                  <a:pt x="1802870" y="412350"/>
                  <a:pt x="1802870" y="0"/>
                </a:cubicBezTo>
                <a:close/>
                <a:moveTo>
                  <a:pt x="1941642" y="0"/>
                </a:moveTo>
                <a:lnTo>
                  <a:pt x="1966877" y="0"/>
                </a:lnTo>
                <a:cubicBezTo>
                  <a:pt x="1966877" y="321626"/>
                  <a:pt x="2227847" y="583321"/>
                  <a:pt x="2548589" y="583321"/>
                </a:cubicBezTo>
                <a:lnTo>
                  <a:pt x="2548589" y="608622"/>
                </a:lnTo>
                <a:cubicBezTo>
                  <a:pt x="2213831" y="608622"/>
                  <a:pt x="1941642" y="335553"/>
                  <a:pt x="1941642" y="0"/>
                </a:cubicBezTo>
                <a:close/>
                <a:moveTo>
                  <a:pt x="2080281" y="0"/>
                </a:moveTo>
                <a:lnTo>
                  <a:pt x="2105508" y="0"/>
                </a:lnTo>
                <a:cubicBezTo>
                  <a:pt x="2105508" y="244957"/>
                  <a:pt x="2304298" y="444296"/>
                  <a:pt x="2548582" y="444296"/>
                </a:cubicBezTo>
                <a:lnTo>
                  <a:pt x="2548582" y="469597"/>
                </a:lnTo>
                <a:cubicBezTo>
                  <a:pt x="2290409" y="469597"/>
                  <a:pt x="2080281" y="258885"/>
                  <a:pt x="2080281" y="0"/>
                </a:cubicBezTo>
                <a:close/>
                <a:moveTo>
                  <a:pt x="2218926" y="0"/>
                </a:moveTo>
                <a:lnTo>
                  <a:pt x="2244153" y="0"/>
                </a:lnTo>
                <a:cubicBezTo>
                  <a:pt x="2244153" y="168288"/>
                  <a:pt x="2380629" y="305270"/>
                  <a:pt x="2548582" y="305270"/>
                </a:cubicBezTo>
                <a:lnTo>
                  <a:pt x="2548582" y="330570"/>
                </a:lnTo>
                <a:cubicBezTo>
                  <a:pt x="2366866" y="330570"/>
                  <a:pt x="2218926" y="182344"/>
                  <a:pt x="2218926" y="0"/>
                </a:cubicBezTo>
                <a:close/>
              </a:path>
            </a:pathLst>
          </a:custGeom>
          <a:solidFill>
            <a:schemeClr val="bg1"/>
          </a:solidFill>
          <a:ln w="7032" cap="flat">
            <a:noFill/>
            <a:prstDash val="solid"/>
            <a:miter/>
          </a:ln>
        </p:spPr>
        <p:txBody>
          <a:bodyPr rtlCol="0" anchor="ctr">
            <a:noAutofit/>
          </a:bodyPr>
          <a:lstStyle/>
          <a:p>
            <a:endParaRPr lang="en-US" dirty="0"/>
          </a:p>
        </p:txBody>
      </p:sp>
      <p:sp>
        <p:nvSpPr>
          <p:cNvPr id="29" name="Freeform 70">
            <a:extLst>
              <a:ext uri="{FF2B5EF4-FFF2-40B4-BE49-F238E27FC236}">
                <a16:creationId xmlns:a16="http://schemas.microsoft.com/office/drawing/2014/main" id="{AA39EF58-54F1-4AC9-1D83-2E7DEEAAEA6A}"/>
              </a:ext>
              <a:ext uri="{C183D7F6-B498-43B3-948B-1728B52AA6E4}">
                <adec:decorative xmlns:adec="http://schemas.microsoft.com/office/drawing/2017/decorative" val="1"/>
              </a:ext>
            </a:extLst>
          </p:cNvPr>
          <p:cNvSpPr>
            <a:spLocks/>
          </p:cNvSpPr>
          <p:nvPr userDrawn="1"/>
        </p:nvSpPr>
        <p:spPr bwMode="auto">
          <a:xfrm rot="16200000" flipH="1">
            <a:off x="-9389" y="4308466"/>
            <a:ext cx="2550984" cy="2560441"/>
          </a:xfrm>
          <a:custGeom>
            <a:avLst/>
            <a:gdLst>
              <a:gd name="T0" fmla="*/ 0 w 1079"/>
              <a:gd name="T1" fmla="*/ 1083 h 1083"/>
              <a:gd name="T2" fmla="*/ 1079 w 1079"/>
              <a:gd name="T3" fmla="*/ 1083 h 1083"/>
              <a:gd name="T4" fmla="*/ 1079 w 1079"/>
              <a:gd name="T5" fmla="*/ 0 h 1083"/>
              <a:gd name="T6" fmla="*/ 0 w 1079"/>
              <a:gd name="T7" fmla="*/ 1083 h 1083"/>
            </a:gdLst>
            <a:ahLst/>
            <a:cxnLst>
              <a:cxn ang="0">
                <a:pos x="T0" y="T1"/>
              </a:cxn>
              <a:cxn ang="0">
                <a:pos x="T2" y="T3"/>
              </a:cxn>
              <a:cxn ang="0">
                <a:pos x="T4" y="T5"/>
              </a:cxn>
              <a:cxn ang="0">
                <a:pos x="T6" y="T7"/>
              </a:cxn>
            </a:cxnLst>
            <a:rect l="0" t="0" r="r" b="b"/>
            <a:pathLst>
              <a:path w="1079" h="1083">
                <a:moveTo>
                  <a:pt x="0" y="1083"/>
                </a:moveTo>
                <a:lnTo>
                  <a:pt x="1079" y="1083"/>
                </a:lnTo>
                <a:lnTo>
                  <a:pt x="1079" y="0"/>
                </a:lnTo>
                <a:lnTo>
                  <a:pt x="0" y="1083"/>
                </a:lnTo>
                <a:close/>
              </a:path>
            </a:pathLst>
          </a:custGeom>
          <a:solidFill>
            <a:schemeClr val="accent2">
              <a:alpha val="50000"/>
            </a:schemeClr>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31" name="Freeform 70">
            <a:extLst>
              <a:ext uri="{FF2B5EF4-FFF2-40B4-BE49-F238E27FC236}">
                <a16:creationId xmlns:a16="http://schemas.microsoft.com/office/drawing/2014/main" id="{0C320934-59CC-4123-C7C1-FEEE89F3045F}"/>
              </a:ext>
              <a:ext uri="{C183D7F6-B498-43B3-948B-1728B52AA6E4}">
                <adec:decorative xmlns:adec="http://schemas.microsoft.com/office/drawing/2017/decorative" val="1"/>
              </a:ext>
            </a:extLst>
          </p:cNvPr>
          <p:cNvSpPr>
            <a:spLocks/>
          </p:cNvSpPr>
          <p:nvPr userDrawn="1"/>
        </p:nvSpPr>
        <p:spPr bwMode="auto">
          <a:xfrm flipH="1">
            <a:off x="-10617" y="4308466"/>
            <a:ext cx="2550984" cy="2560441"/>
          </a:xfrm>
          <a:custGeom>
            <a:avLst/>
            <a:gdLst>
              <a:gd name="T0" fmla="*/ 0 w 1079"/>
              <a:gd name="T1" fmla="*/ 1083 h 1083"/>
              <a:gd name="T2" fmla="*/ 1079 w 1079"/>
              <a:gd name="T3" fmla="*/ 1083 h 1083"/>
              <a:gd name="T4" fmla="*/ 1079 w 1079"/>
              <a:gd name="T5" fmla="*/ 0 h 1083"/>
              <a:gd name="T6" fmla="*/ 0 w 1079"/>
              <a:gd name="T7" fmla="*/ 1083 h 1083"/>
            </a:gdLst>
            <a:ahLst/>
            <a:cxnLst>
              <a:cxn ang="0">
                <a:pos x="T0" y="T1"/>
              </a:cxn>
              <a:cxn ang="0">
                <a:pos x="T2" y="T3"/>
              </a:cxn>
              <a:cxn ang="0">
                <a:pos x="T4" y="T5"/>
              </a:cxn>
              <a:cxn ang="0">
                <a:pos x="T6" y="T7"/>
              </a:cxn>
            </a:cxnLst>
            <a:rect l="0" t="0" r="r" b="b"/>
            <a:pathLst>
              <a:path w="1079" h="1083">
                <a:moveTo>
                  <a:pt x="0" y="1083"/>
                </a:moveTo>
                <a:lnTo>
                  <a:pt x="1079" y="1083"/>
                </a:lnTo>
                <a:lnTo>
                  <a:pt x="1079" y="0"/>
                </a:lnTo>
                <a:lnTo>
                  <a:pt x="0" y="1083"/>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endParaRPr lang="en-US" dirty="0"/>
          </a:p>
        </p:txBody>
      </p:sp>
      <p:sp>
        <p:nvSpPr>
          <p:cNvPr id="33" name="Image 4">
            <a:extLst>
              <a:ext uri="{FF2B5EF4-FFF2-40B4-BE49-F238E27FC236}">
                <a16:creationId xmlns:a16="http://schemas.microsoft.com/office/drawing/2014/main" id="{EC46DC71-C12A-96C8-3FE2-AA95AB58B349}"/>
              </a:ext>
              <a:ext uri="{C183D7F6-B498-43B3-948B-1728B52AA6E4}">
                <adec:decorative xmlns:adec="http://schemas.microsoft.com/office/drawing/2017/decorative" val="1"/>
              </a:ext>
            </a:extLst>
          </p:cNvPr>
          <p:cNvSpPr/>
          <p:nvPr/>
        </p:nvSpPr>
        <p:spPr>
          <a:xfrm>
            <a:off x="2543868" y="0"/>
            <a:ext cx="2560340" cy="2560340"/>
          </a:xfrm>
          <a:custGeom>
            <a:avLst/>
            <a:gdLst>
              <a:gd name="connsiteX0" fmla="*/ 0 w 2560340"/>
              <a:gd name="connsiteY0" fmla="*/ 2560340 h 2560340"/>
              <a:gd name="connsiteX1" fmla="*/ 2560340 w 2560340"/>
              <a:gd name="connsiteY1" fmla="*/ 0 h 2560340"/>
              <a:gd name="connsiteX2" fmla="*/ 0 w 2560340"/>
              <a:gd name="connsiteY2" fmla="*/ 0 h 2560340"/>
              <a:gd name="connsiteX3" fmla="*/ 0 w 2560340"/>
              <a:gd name="connsiteY3" fmla="*/ 2560340 h 2560340"/>
            </a:gdLst>
            <a:ahLst/>
            <a:cxnLst>
              <a:cxn ang="0">
                <a:pos x="connsiteX0" y="connsiteY0"/>
              </a:cxn>
              <a:cxn ang="0">
                <a:pos x="connsiteX1" y="connsiteY1"/>
              </a:cxn>
              <a:cxn ang="0">
                <a:pos x="connsiteX2" y="connsiteY2"/>
              </a:cxn>
              <a:cxn ang="0">
                <a:pos x="connsiteX3" y="connsiteY3"/>
              </a:cxn>
            </a:cxnLst>
            <a:rect l="l" t="t" r="r" b="b"/>
            <a:pathLst>
              <a:path w="2560340" h="2560340">
                <a:moveTo>
                  <a:pt x="0" y="2560340"/>
                </a:moveTo>
                <a:cubicBezTo>
                  <a:pt x="1414079" y="2560340"/>
                  <a:pt x="2560340" y="1414079"/>
                  <a:pt x="2560340" y="0"/>
                </a:cubicBezTo>
                <a:lnTo>
                  <a:pt x="0" y="0"/>
                </a:lnTo>
                <a:lnTo>
                  <a:pt x="0" y="2560340"/>
                </a:lnTo>
                <a:close/>
              </a:path>
            </a:pathLst>
          </a:custGeom>
          <a:solidFill>
            <a:schemeClr val="accent3">
              <a:lumMod val="40000"/>
              <a:lumOff val="60000"/>
              <a:alpha val="50000"/>
            </a:schemeClr>
          </a:solidFill>
          <a:ln w="7052" cap="flat">
            <a:noFill/>
            <a:prstDash val="solid"/>
            <a:miter/>
          </a:ln>
        </p:spPr>
        <p:txBody>
          <a:bodyPr rtlCol="0" anchor="ctr">
            <a:noAutofit/>
          </a:bodyPr>
          <a:lstStyle/>
          <a:p>
            <a:endParaRPr lang="en-US" dirty="0"/>
          </a:p>
        </p:txBody>
      </p:sp>
      <p:sp>
        <p:nvSpPr>
          <p:cNvPr id="2" name="Title 1"/>
          <p:cNvSpPr>
            <a:spLocks noGrp="1"/>
          </p:cNvSpPr>
          <p:nvPr>
            <p:ph type="title" hasCustomPrompt="1"/>
          </p:nvPr>
        </p:nvSpPr>
        <p:spPr>
          <a:xfrm>
            <a:off x="3460565" y="1057274"/>
            <a:ext cx="7965461" cy="994164"/>
          </a:xfrm>
        </p:spPr>
        <p:txBody>
          <a:bodyPr lIns="91440" tIns="0" rIns="91440" bIns="0" anchor="b" anchorCtr="0">
            <a:noAutofit/>
          </a:bodyPr>
          <a:lstStyle>
            <a:lvl1pPr algn="l">
              <a:lnSpc>
                <a:spcPct val="100000"/>
              </a:lnSpc>
              <a:defRPr sz="3600" b="1">
                <a:latin typeface="+mj-lt"/>
                <a:cs typeface="Arial" panose="020B0604020202020204" pitchFamily="34" charset="0"/>
              </a:defRPr>
            </a:lvl1pPr>
          </a:lstStyle>
          <a:p>
            <a:r>
              <a:rPr lang="en-US" dirty="0"/>
              <a:t>Click to add title</a:t>
            </a:r>
          </a:p>
        </p:txBody>
      </p:sp>
      <p:sp>
        <p:nvSpPr>
          <p:cNvPr id="13" name="Content Placeholder 3">
            <a:extLst>
              <a:ext uri="{FF2B5EF4-FFF2-40B4-BE49-F238E27FC236}">
                <a16:creationId xmlns:a16="http://schemas.microsoft.com/office/drawing/2014/main" id="{B20F5EA7-881C-8FB7-EAC9-89C8F2E5865C}"/>
              </a:ext>
            </a:extLst>
          </p:cNvPr>
          <p:cNvSpPr>
            <a:spLocks noGrp="1"/>
          </p:cNvSpPr>
          <p:nvPr>
            <p:ph sz="half" idx="2" hasCustomPrompt="1"/>
          </p:nvPr>
        </p:nvSpPr>
        <p:spPr>
          <a:xfrm>
            <a:off x="3460565" y="2303029"/>
            <a:ext cx="7965460" cy="3497698"/>
          </a:xfrm>
        </p:spPr>
        <p:txBody>
          <a:bodyPr lIns="91440" tIns="0" rIns="91440" bIns="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Slide Number Placeholder 2">
            <a:extLst>
              <a:ext uri="{FF2B5EF4-FFF2-40B4-BE49-F238E27FC236}">
                <a16:creationId xmlns:a16="http://schemas.microsoft.com/office/drawing/2014/main" id="{ED7A50D8-0839-EC58-FFBE-315A20995799}"/>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5528509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omparison 1">
    <p:spTree>
      <p:nvGrpSpPr>
        <p:cNvPr id="1" name=""/>
        <p:cNvGrpSpPr/>
        <p:nvPr/>
      </p:nvGrpSpPr>
      <p:grpSpPr>
        <a:xfrm>
          <a:off x="0" y="0"/>
          <a:ext cx="0" cy="0"/>
          <a:chOff x="0" y="0"/>
          <a:chExt cx="0" cy="0"/>
        </a:xfrm>
      </p:grpSpPr>
      <p:sp>
        <p:nvSpPr>
          <p:cNvPr id="20" name="Title 19">
            <a:extLst>
              <a:ext uri="{FF2B5EF4-FFF2-40B4-BE49-F238E27FC236}">
                <a16:creationId xmlns:a16="http://schemas.microsoft.com/office/drawing/2014/main" id="{C26B5661-F583-FA44-8353-161B862E69B1}"/>
              </a:ext>
            </a:extLst>
          </p:cNvPr>
          <p:cNvSpPr>
            <a:spLocks noGrp="1"/>
          </p:cNvSpPr>
          <p:nvPr>
            <p:ph type="title" hasCustomPrompt="1"/>
          </p:nvPr>
        </p:nvSpPr>
        <p:spPr>
          <a:xfrm>
            <a:off x="4364809" y="1057274"/>
            <a:ext cx="7043617" cy="2520217"/>
          </a:xfrm>
        </p:spPr>
        <p:txBody>
          <a:bodyPr tIns="0" bIns="0">
            <a:noAutofit/>
          </a:bodyPr>
          <a:lstStyle>
            <a:lvl1pPr algn="l">
              <a:lnSpc>
                <a:spcPct val="100000"/>
              </a:lnSpc>
              <a:defRPr sz="3600"/>
            </a:lvl1pPr>
          </a:lstStyle>
          <a:p>
            <a:r>
              <a:rPr lang="en-US" dirty="0"/>
              <a:t>Click to add title</a:t>
            </a:r>
          </a:p>
        </p:txBody>
      </p:sp>
      <p:sp>
        <p:nvSpPr>
          <p:cNvPr id="11" name="Image 0">
            <a:extLst>
              <a:ext uri="{FF2B5EF4-FFF2-40B4-BE49-F238E27FC236}">
                <a16:creationId xmlns:a16="http://schemas.microsoft.com/office/drawing/2014/main" id="{CD2D664E-6702-6607-A37E-2E996144917C}"/>
              </a:ext>
              <a:ext uri="{C183D7F6-B498-43B3-948B-1728B52AA6E4}">
                <adec:decorative xmlns:adec="http://schemas.microsoft.com/office/drawing/2017/decorative" val="1"/>
              </a:ext>
            </a:extLst>
          </p:cNvPr>
          <p:cNvSpPr/>
          <p:nvPr userDrawn="1"/>
        </p:nvSpPr>
        <p:spPr>
          <a:xfrm>
            <a:off x="-5568" y="-2784"/>
            <a:ext cx="3443288" cy="6891337"/>
          </a:xfrm>
          <a:custGeom>
            <a:avLst/>
            <a:gdLst>
              <a:gd name="connsiteX0" fmla="*/ 3443288 w 3443288"/>
              <a:gd name="connsiteY0" fmla="*/ 0 h 6891337"/>
              <a:gd name="connsiteX1" fmla="*/ 0 w 3443288"/>
              <a:gd name="connsiteY1" fmla="*/ 0 h 6891337"/>
              <a:gd name="connsiteX2" fmla="*/ 0 w 3443288"/>
              <a:gd name="connsiteY2" fmla="*/ 6891338 h 6891337"/>
              <a:gd name="connsiteX3" fmla="*/ 3443288 w 3443288"/>
              <a:gd name="connsiteY3" fmla="*/ 6891338 h 6891337"/>
              <a:gd name="connsiteX4" fmla="*/ 3443288 w 3443288"/>
              <a:gd name="connsiteY4" fmla="*/ 0 h 68913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6891337">
                <a:moveTo>
                  <a:pt x="3443288" y="0"/>
                </a:moveTo>
                <a:lnTo>
                  <a:pt x="0" y="0"/>
                </a:lnTo>
                <a:lnTo>
                  <a:pt x="0" y="6891338"/>
                </a:lnTo>
                <a:lnTo>
                  <a:pt x="3443288" y="6891338"/>
                </a:lnTo>
                <a:lnTo>
                  <a:pt x="3443288" y="0"/>
                </a:lnTo>
                <a:close/>
              </a:path>
            </a:pathLst>
          </a:custGeom>
          <a:solidFill>
            <a:schemeClr val="accent3"/>
          </a:solidFill>
          <a:ln w="4756" cap="flat">
            <a:noFill/>
            <a:prstDash val="solid"/>
            <a:miter/>
          </a:ln>
        </p:spPr>
        <p:txBody>
          <a:bodyPr rtlCol="0" anchor="ctr">
            <a:noAutofit/>
          </a:bodyPr>
          <a:lstStyle/>
          <a:p>
            <a:endParaRPr lang="en-US" dirty="0"/>
          </a:p>
        </p:txBody>
      </p:sp>
      <p:pic>
        <p:nvPicPr>
          <p:cNvPr id="13" name="Image 1">
            <a:extLst>
              <a:ext uri="{FF2B5EF4-FFF2-40B4-BE49-F238E27FC236}">
                <a16:creationId xmlns:a16="http://schemas.microsoft.com/office/drawing/2014/main" id="{951C5737-DF7E-D671-AC74-9E488335BCA2}"/>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703311" y="-2784"/>
            <a:ext cx="1734410" cy="5167313"/>
          </a:xfrm>
          <a:prstGeom prst="rect">
            <a:avLst/>
          </a:prstGeom>
        </p:spPr>
      </p:pic>
      <p:sp>
        <p:nvSpPr>
          <p:cNvPr id="39" name="Freeform: Shape 38">
            <a:extLst>
              <a:ext uri="{FF2B5EF4-FFF2-40B4-BE49-F238E27FC236}">
                <a16:creationId xmlns:a16="http://schemas.microsoft.com/office/drawing/2014/main" id="{F232A1E1-DD38-15EA-6CA1-A84950EC43F0}"/>
              </a:ext>
              <a:ext uri="{C183D7F6-B498-43B3-948B-1728B52AA6E4}">
                <adec:decorative xmlns:adec="http://schemas.microsoft.com/office/drawing/2017/decorative" val="1"/>
              </a:ext>
            </a:extLst>
          </p:cNvPr>
          <p:cNvSpPr/>
          <p:nvPr/>
        </p:nvSpPr>
        <p:spPr>
          <a:xfrm>
            <a:off x="1721621" y="-2784"/>
            <a:ext cx="1716115" cy="1720853"/>
          </a:xfrm>
          <a:custGeom>
            <a:avLst/>
            <a:gdLst>
              <a:gd name="connsiteX0" fmla="*/ 93358 w 1716115"/>
              <a:gd name="connsiteY0" fmla="*/ 0 h 1720853"/>
              <a:gd name="connsiteX1" fmla="*/ 110348 w 1716115"/>
              <a:gd name="connsiteY1" fmla="*/ 0 h 1720853"/>
              <a:gd name="connsiteX2" fmla="*/ 1716029 w 1716115"/>
              <a:gd name="connsiteY2" fmla="*/ 1610112 h 1720853"/>
              <a:gd name="connsiteX3" fmla="*/ 1716029 w 1716115"/>
              <a:gd name="connsiteY3" fmla="*/ 1627151 h 1720853"/>
              <a:gd name="connsiteX4" fmla="*/ 1716115 w 1716115"/>
              <a:gd name="connsiteY4" fmla="*/ 1627237 h 1720853"/>
              <a:gd name="connsiteX5" fmla="*/ 93358 w 1716115"/>
              <a:gd name="connsiteY5" fmla="*/ 0 h 1720853"/>
              <a:gd name="connsiteX6" fmla="*/ 0 w 1716115"/>
              <a:gd name="connsiteY6" fmla="*/ 0 h 1720853"/>
              <a:gd name="connsiteX7" fmla="*/ 16989 w 1716115"/>
              <a:gd name="connsiteY7" fmla="*/ 0 h 1720853"/>
              <a:gd name="connsiteX8" fmla="*/ 1716114 w 1716115"/>
              <a:gd name="connsiteY8" fmla="*/ 1703814 h 1720853"/>
              <a:gd name="connsiteX9" fmla="*/ 1716114 w 1716115"/>
              <a:gd name="connsiteY9" fmla="*/ 1720853 h 1720853"/>
              <a:gd name="connsiteX10" fmla="*/ 0 w 1716115"/>
              <a:gd name="connsiteY10" fmla="*/ 0 h 1720853"/>
              <a:gd name="connsiteX11" fmla="*/ 186798 w 1716115"/>
              <a:gd name="connsiteY11" fmla="*/ 0 h 1720853"/>
              <a:gd name="connsiteX12" fmla="*/ 203788 w 1716115"/>
              <a:gd name="connsiteY12" fmla="*/ 0 h 1720853"/>
              <a:gd name="connsiteX13" fmla="*/ 1716109 w 1716115"/>
              <a:gd name="connsiteY13" fmla="*/ 1516501 h 1720853"/>
              <a:gd name="connsiteX14" fmla="*/ 1716109 w 1716115"/>
              <a:gd name="connsiteY14" fmla="*/ 1533535 h 1720853"/>
              <a:gd name="connsiteX15" fmla="*/ 186798 w 1716115"/>
              <a:gd name="connsiteY15" fmla="*/ 0 h 1720853"/>
              <a:gd name="connsiteX16" fmla="*/ 280155 w 1716115"/>
              <a:gd name="connsiteY16" fmla="*/ 0 h 1720853"/>
              <a:gd name="connsiteX17" fmla="*/ 297145 w 1716115"/>
              <a:gd name="connsiteY17" fmla="*/ 0 h 1720853"/>
              <a:gd name="connsiteX18" fmla="*/ 1716114 w 1716115"/>
              <a:gd name="connsiteY18" fmla="*/ 1422885 h 1720853"/>
              <a:gd name="connsiteX19" fmla="*/ 1716114 w 1716115"/>
              <a:gd name="connsiteY19" fmla="*/ 1439924 h 1720853"/>
              <a:gd name="connsiteX20" fmla="*/ 280155 w 1716115"/>
              <a:gd name="connsiteY20" fmla="*/ 0 h 1720853"/>
              <a:gd name="connsiteX21" fmla="*/ 373512 w 1716115"/>
              <a:gd name="connsiteY21" fmla="*/ 0 h 1720853"/>
              <a:gd name="connsiteX22" fmla="*/ 390502 w 1716115"/>
              <a:gd name="connsiteY22" fmla="*/ 0 h 1720853"/>
              <a:gd name="connsiteX23" fmla="*/ 1716029 w 1716115"/>
              <a:gd name="connsiteY23" fmla="*/ 1329184 h 1720853"/>
              <a:gd name="connsiteX24" fmla="*/ 1716029 w 1716115"/>
              <a:gd name="connsiteY24" fmla="*/ 1346223 h 1720853"/>
              <a:gd name="connsiteX25" fmla="*/ 1716114 w 1716115"/>
              <a:gd name="connsiteY25" fmla="*/ 1346308 h 1720853"/>
              <a:gd name="connsiteX26" fmla="*/ 373512 w 1716115"/>
              <a:gd name="connsiteY26" fmla="*/ 0 h 1720853"/>
              <a:gd name="connsiteX27" fmla="*/ 466953 w 1716115"/>
              <a:gd name="connsiteY27" fmla="*/ 0 h 1720853"/>
              <a:gd name="connsiteX28" fmla="*/ 483944 w 1716115"/>
              <a:gd name="connsiteY28" fmla="*/ 0 h 1720853"/>
              <a:gd name="connsiteX29" fmla="*/ 1716110 w 1716115"/>
              <a:gd name="connsiteY29" fmla="*/ 1235573 h 1720853"/>
              <a:gd name="connsiteX30" fmla="*/ 1716110 w 1716115"/>
              <a:gd name="connsiteY30" fmla="*/ 1252607 h 1720853"/>
              <a:gd name="connsiteX31" fmla="*/ 466953 w 1716115"/>
              <a:gd name="connsiteY31" fmla="*/ 0 h 1720853"/>
              <a:gd name="connsiteX32" fmla="*/ 560310 w 1716115"/>
              <a:gd name="connsiteY32" fmla="*/ 0 h 1720853"/>
              <a:gd name="connsiteX33" fmla="*/ 577297 w 1716115"/>
              <a:gd name="connsiteY33" fmla="*/ 0 h 1720853"/>
              <a:gd name="connsiteX34" fmla="*/ 1716109 w 1716115"/>
              <a:gd name="connsiteY34" fmla="*/ 1141957 h 1720853"/>
              <a:gd name="connsiteX35" fmla="*/ 1716109 w 1716115"/>
              <a:gd name="connsiteY35" fmla="*/ 1158991 h 1720853"/>
              <a:gd name="connsiteX36" fmla="*/ 560310 w 1716115"/>
              <a:gd name="connsiteY36" fmla="*/ 0 h 1720853"/>
              <a:gd name="connsiteX37" fmla="*/ 653668 w 1716115"/>
              <a:gd name="connsiteY37" fmla="*/ 0 h 1720853"/>
              <a:gd name="connsiteX38" fmla="*/ 670655 w 1716115"/>
              <a:gd name="connsiteY38" fmla="*/ 0 h 1720853"/>
              <a:gd name="connsiteX39" fmla="*/ 1716029 w 1716115"/>
              <a:gd name="connsiteY39" fmla="*/ 1048255 h 1720853"/>
              <a:gd name="connsiteX40" fmla="*/ 1716029 w 1716115"/>
              <a:gd name="connsiteY40" fmla="*/ 1065294 h 1720853"/>
              <a:gd name="connsiteX41" fmla="*/ 1716114 w 1716115"/>
              <a:gd name="connsiteY41" fmla="*/ 1065380 h 1720853"/>
              <a:gd name="connsiteX42" fmla="*/ 653668 w 1716115"/>
              <a:gd name="connsiteY42" fmla="*/ 0 h 1720853"/>
              <a:gd name="connsiteX43" fmla="*/ 747112 w 1716115"/>
              <a:gd name="connsiteY43" fmla="*/ 0 h 1720853"/>
              <a:gd name="connsiteX44" fmla="*/ 764104 w 1716115"/>
              <a:gd name="connsiteY44" fmla="*/ 0 h 1720853"/>
              <a:gd name="connsiteX45" fmla="*/ 1716115 w 1716115"/>
              <a:gd name="connsiteY45" fmla="*/ 954644 h 1720853"/>
              <a:gd name="connsiteX46" fmla="*/ 1716115 w 1716115"/>
              <a:gd name="connsiteY46" fmla="*/ 971678 h 1720853"/>
              <a:gd name="connsiteX47" fmla="*/ 747112 w 1716115"/>
              <a:gd name="connsiteY47" fmla="*/ 0 h 1720853"/>
              <a:gd name="connsiteX48" fmla="*/ 840465 w 1716115"/>
              <a:gd name="connsiteY48" fmla="*/ 0 h 1720853"/>
              <a:gd name="connsiteX49" fmla="*/ 857452 w 1716115"/>
              <a:gd name="connsiteY49" fmla="*/ 0 h 1720853"/>
              <a:gd name="connsiteX50" fmla="*/ 1716109 w 1716115"/>
              <a:gd name="connsiteY50" fmla="*/ 861028 h 1720853"/>
              <a:gd name="connsiteX51" fmla="*/ 1716109 w 1716115"/>
              <a:gd name="connsiteY51" fmla="*/ 878062 h 1720853"/>
              <a:gd name="connsiteX52" fmla="*/ 840465 w 1716115"/>
              <a:gd name="connsiteY52" fmla="*/ 0 h 1720853"/>
              <a:gd name="connsiteX53" fmla="*/ 933823 w 1716115"/>
              <a:gd name="connsiteY53" fmla="*/ 0 h 1720853"/>
              <a:gd name="connsiteX54" fmla="*/ 950810 w 1716115"/>
              <a:gd name="connsiteY54" fmla="*/ 0 h 1720853"/>
              <a:gd name="connsiteX55" fmla="*/ 1716114 w 1716115"/>
              <a:gd name="connsiteY55" fmla="*/ 767327 h 1720853"/>
              <a:gd name="connsiteX56" fmla="*/ 1716114 w 1716115"/>
              <a:gd name="connsiteY56" fmla="*/ 784366 h 1720853"/>
              <a:gd name="connsiteX57" fmla="*/ 1716114 w 1716115"/>
              <a:gd name="connsiteY57" fmla="*/ 784451 h 1720853"/>
              <a:gd name="connsiteX58" fmla="*/ 933823 w 1716115"/>
              <a:gd name="connsiteY58" fmla="*/ 0 h 1720853"/>
              <a:gd name="connsiteX59" fmla="*/ 1027262 w 1716115"/>
              <a:gd name="connsiteY59" fmla="*/ 0 h 1720853"/>
              <a:gd name="connsiteX60" fmla="*/ 1044254 w 1716115"/>
              <a:gd name="connsiteY60" fmla="*/ 0 h 1720853"/>
              <a:gd name="connsiteX61" fmla="*/ 1716110 w 1716115"/>
              <a:gd name="connsiteY61" fmla="*/ 673716 h 1720853"/>
              <a:gd name="connsiteX62" fmla="*/ 1716110 w 1716115"/>
              <a:gd name="connsiteY62" fmla="*/ 690750 h 1720853"/>
              <a:gd name="connsiteX63" fmla="*/ 1027262 w 1716115"/>
              <a:gd name="connsiteY63" fmla="*/ 0 h 1720853"/>
              <a:gd name="connsiteX64" fmla="*/ 1120625 w 1716115"/>
              <a:gd name="connsiteY64" fmla="*/ 0 h 1720853"/>
              <a:gd name="connsiteX65" fmla="*/ 1137612 w 1716115"/>
              <a:gd name="connsiteY65" fmla="*/ 0 h 1720853"/>
              <a:gd name="connsiteX66" fmla="*/ 1716115 w 1716115"/>
              <a:gd name="connsiteY66" fmla="*/ 580100 h 1720853"/>
              <a:gd name="connsiteX67" fmla="*/ 1716115 w 1716115"/>
              <a:gd name="connsiteY67" fmla="*/ 597134 h 1720853"/>
              <a:gd name="connsiteX68" fmla="*/ 1120625 w 1716115"/>
              <a:gd name="connsiteY68" fmla="*/ 0 h 1720853"/>
              <a:gd name="connsiteX69" fmla="*/ 1213978 w 1716115"/>
              <a:gd name="connsiteY69" fmla="*/ 0 h 1720853"/>
              <a:gd name="connsiteX70" fmla="*/ 1230965 w 1716115"/>
              <a:gd name="connsiteY70" fmla="*/ 0 h 1720853"/>
              <a:gd name="connsiteX71" fmla="*/ 1716109 w 1716115"/>
              <a:gd name="connsiteY71" fmla="*/ 486398 h 1720853"/>
              <a:gd name="connsiteX72" fmla="*/ 1716109 w 1716115"/>
              <a:gd name="connsiteY72" fmla="*/ 503437 h 1720853"/>
              <a:gd name="connsiteX73" fmla="*/ 1716109 w 1716115"/>
              <a:gd name="connsiteY73" fmla="*/ 503523 h 1720853"/>
              <a:gd name="connsiteX74" fmla="*/ 1213978 w 1716115"/>
              <a:gd name="connsiteY74" fmla="*/ 0 h 1720853"/>
              <a:gd name="connsiteX75" fmla="*/ 1307422 w 1716115"/>
              <a:gd name="connsiteY75" fmla="*/ 0 h 1720853"/>
              <a:gd name="connsiteX76" fmla="*/ 1324414 w 1716115"/>
              <a:gd name="connsiteY76" fmla="*/ 0 h 1720853"/>
              <a:gd name="connsiteX77" fmla="*/ 1716115 w 1716115"/>
              <a:gd name="connsiteY77" fmla="*/ 392784 h 1720853"/>
              <a:gd name="connsiteX78" fmla="*/ 1716115 w 1716115"/>
              <a:gd name="connsiteY78" fmla="*/ 409821 h 1720853"/>
              <a:gd name="connsiteX79" fmla="*/ 1307422 w 1716115"/>
              <a:gd name="connsiteY79" fmla="*/ 0 h 1720853"/>
              <a:gd name="connsiteX80" fmla="*/ 1400775 w 1716115"/>
              <a:gd name="connsiteY80" fmla="*/ 0 h 1720853"/>
              <a:gd name="connsiteX81" fmla="*/ 1417762 w 1716115"/>
              <a:gd name="connsiteY81" fmla="*/ 0 h 1720853"/>
              <a:gd name="connsiteX82" fmla="*/ 1716109 w 1716115"/>
              <a:gd name="connsiteY82" fmla="*/ 299170 h 1720853"/>
              <a:gd name="connsiteX83" fmla="*/ 1716109 w 1716115"/>
              <a:gd name="connsiteY83" fmla="*/ 316207 h 1720853"/>
              <a:gd name="connsiteX84" fmla="*/ 1400775 w 1716115"/>
              <a:gd name="connsiteY84" fmla="*/ 0 h 1720853"/>
              <a:gd name="connsiteX85" fmla="*/ 1494133 w 1716115"/>
              <a:gd name="connsiteY85" fmla="*/ 0 h 1720853"/>
              <a:gd name="connsiteX86" fmla="*/ 1511120 w 1716115"/>
              <a:gd name="connsiteY86" fmla="*/ 0 h 1720853"/>
              <a:gd name="connsiteX87" fmla="*/ 1716109 w 1716115"/>
              <a:gd name="connsiteY87" fmla="*/ 205556 h 1720853"/>
              <a:gd name="connsiteX88" fmla="*/ 1716109 w 1716115"/>
              <a:gd name="connsiteY88" fmla="*/ 222592 h 1720853"/>
              <a:gd name="connsiteX89" fmla="*/ 1494133 w 1716115"/>
              <a:gd name="connsiteY89" fmla="*/ 0 h 1720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1716115" h="1720853">
                <a:moveTo>
                  <a:pt x="93358" y="0"/>
                </a:moveTo>
                <a:lnTo>
                  <a:pt x="110348" y="0"/>
                </a:lnTo>
                <a:cubicBezTo>
                  <a:pt x="110348" y="887874"/>
                  <a:pt x="830686" y="1610112"/>
                  <a:pt x="1716029" y="1610112"/>
                </a:cubicBezTo>
                <a:lnTo>
                  <a:pt x="1716029" y="1627151"/>
                </a:lnTo>
                <a:lnTo>
                  <a:pt x="1716115" y="1627237"/>
                </a:lnTo>
                <a:cubicBezTo>
                  <a:pt x="821334" y="1627237"/>
                  <a:pt x="93358" y="897252"/>
                  <a:pt x="93358" y="0"/>
                </a:cubicBezTo>
                <a:close/>
                <a:moveTo>
                  <a:pt x="0" y="0"/>
                </a:moveTo>
                <a:lnTo>
                  <a:pt x="16989" y="0"/>
                </a:lnTo>
                <a:cubicBezTo>
                  <a:pt x="16989" y="939499"/>
                  <a:pt x="779202" y="1703814"/>
                  <a:pt x="1716114" y="1703814"/>
                </a:cubicBezTo>
                <a:lnTo>
                  <a:pt x="1716114" y="1720853"/>
                </a:lnTo>
                <a:cubicBezTo>
                  <a:pt x="769850" y="1720853"/>
                  <a:pt x="0" y="948877"/>
                  <a:pt x="0" y="0"/>
                </a:cubicBezTo>
                <a:close/>
                <a:moveTo>
                  <a:pt x="186798" y="0"/>
                </a:moveTo>
                <a:lnTo>
                  <a:pt x="203788" y="0"/>
                </a:lnTo>
                <a:cubicBezTo>
                  <a:pt x="203788" y="836248"/>
                  <a:pt x="882254" y="1516501"/>
                  <a:pt x="1716109" y="1516501"/>
                </a:cubicBezTo>
                <a:lnTo>
                  <a:pt x="1716109" y="1533535"/>
                </a:lnTo>
                <a:cubicBezTo>
                  <a:pt x="872812" y="1533535"/>
                  <a:pt x="186798" y="845626"/>
                  <a:pt x="186798" y="0"/>
                </a:cubicBezTo>
                <a:close/>
                <a:moveTo>
                  <a:pt x="280155" y="0"/>
                </a:moveTo>
                <a:lnTo>
                  <a:pt x="297145" y="0"/>
                </a:lnTo>
                <a:cubicBezTo>
                  <a:pt x="297145" y="784537"/>
                  <a:pt x="933652" y="1422885"/>
                  <a:pt x="1716114" y="1422885"/>
                </a:cubicBezTo>
                <a:lnTo>
                  <a:pt x="1716114" y="1439924"/>
                </a:lnTo>
                <a:cubicBezTo>
                  <a:pt x="924300" y="1439924"/>
                  <a:pt x="280155" y="794001"/>
                  <a:pt x="280155" y="0"/>
                </a:cubicBezTo>
                <a:close/>
                <a:moveTo>
                  <a:pt x="373512" y="0"/>
                </a:moveTo>
                <a:lnTo>
                  <a:pt x="390502" y="0"/>
                </a:lnTo>
                <a:cubicBezTo>
                  <a:pt x="390502" y="732911"/>
                  <a:pt x="985135" y="1329184"/>
                  <a:pt x="1716029" y="1329184"/>
                </a:cubicBezTo>
                <a:lnTo>
                  <a:pt x="1716029" y="1346223"/>
                </a:lnTo>
                <a:lnTo>
                  <a:pt x="1716114" y="1346308"/>
                </a:lnTo>
                <a:cubicBezTo>
                  <a:pt x="975783" y="1346308"/>
                  <a:pt x="373512" y="742375"/>
                  <a:pt x="373512" y="0"/>
                </a:cubicBezTo>
                <a:close/>
                <a:moveTo>
                  <a:pt x="466953" y="0"/>
                </a:moveTo>
                <a:lnTo>
                  <a:pt x="483944" y="0"/>
                </a:lnTo>
                <a:cubicBezTo>
                  <a:pt x="483944" y="681286"/>
                  <a:pt x="1036704" y="1235573"/>
                  <a:pt x="1716110" y="1235573"/>
                </a:cubicBezTo>
                <a:lnTo>
                  <a:pt x="1716110" y="1252607"/>
                </a:lnTo>
                <a:cubicBezTo>
                  <a:pt x="1027347" y="1252607"/>
                  <a:pt x="466953" y="690664"/>
                  <a:pt x="466953" y="0"/>
                </a:cubicBezTo>
                <a:close/>
                <a:moveTo>
                  <a:pt x="560310" y="0"/>
                </a:moveTo>
                <a:lnTo>
                  <a:pt x="577297" y="0"/>
                </a:lnTo>
                <a:cubicBezTo>
                  <a:pt x="577297" y="629660"/>
                  <a:pt x="1088188" y="1141957"/>
                  <a:pt x="1716109" y="1141957"/>
                </a:cubicBezTo>
                <a:lnTo>
                  <a:pt x="1716109" y="1158991"/>
                </a:lnTo>
                <a:cubicBezTo>
                  <a:pt x="1078835" y="1158991"/>
                  <a:pt x="560310" y="639038"/>
                  <a:pt x="560310" y="0"/>
                </a:cubicBezTo>
                <a:close/>
                <a:moveTo>
                  <a:pt x="653668" y="0"/>
                </a:moveTo>
                <a:lnTo>
                  <a:pt x="670655" y="0"/>
                </a:lnTo>
                <a:cubicBezTo>
                  <a:pt x="670655" y="578035"/>
                  <a:pt x="1139586" y="1048255"/>
                  <a:pt x="1716029" y="1048255"/>
                </a:cubicBezTo>
                <a:lnTo>
                  <a:pt x="1716029" y="1065294"/>
                </a:lnTo>
                <a:lnTo>
                  <a:pt x="1716114" y="1065380"/>
                </a:lnTo>
                <a:cubicBezTo>
                  <a:pt x="1130319" y="1065380"/>
                  <a:pt x="653668" y="587499"/>
                  <a:pt x="653668" y="0"/>
                </a:cubicBezTo>
                <a:close/>
                <a:moveTo>
                  <a:pt x="747112" y="0"/>
                </a:moveTo>
                <a:lnTo>
                  <a:pt x="764104" y="0"/>
                </a:lnTo>
                <a:cubicBezTo>
                  <a:pt x="764104" y="526409"/>
                  <a:pt x="1191155" y="954644"/>
                  <a:pt x="1716115" y="954644"/>
                </a:cubicBezTo>
                <a:lnTo>
                  <a:pt x="1716115" y="971678"/>
                </a:lnTo>
                <a:cubicBezTo>
                  <a:pt x="1181802" y="971678"/>
                  <a:pt x="747112" y="535787"/>
                  <a:pt x="747112" y="0"/>
                </a:cubicBezTo>
                <a:close/>
                <a:moveTo>
                  <a:pt x="840465" y="0"/>
                </a:moveTo>
                <a:lnTo>
                  <a:pt x="857452" y="0"/>
                </a:lnTo>
                <a:cubicBezTo>
                  <a:pt x="857452" y="474783"/>
                  <a:pt x="1242638" y="861028"/>
                  <a:pt x="1716109" y="861028"/>
                </a:cubicBezTo>
                <a:lnTo>
                  <a:pt x="1716109" y="878062"/>
                </a:lnTo>
                <a:cubicBezTo>
                  <a:pt x="1233281" y="878062"/>
                  <a:pt x="840465" y="484162"/>
                  <a:pt x="840465" y="0"/>
                </a:cubicBezTo>
                <a:close/>
                <a:moveTo>
                  <a:pt x="933823" y="0"/>
                </a:moveTo>
                <a:lnTo>
                  <a:pt x="950810" y="0"/>
                </a:lnTo>
                <a:cubicBezTo>
                  <a:pt x="950810" y="423157"/>
                  <a:pt x="1294121" y="767327"/>
                  <a:pt x="1716114" y="767327"/>
                </a:cubicBezTo>
                <a:lnTo>
                  <a:pt x="1716114" y="784366"/>
                </a:lnTo>
                <a:lnTo>
                  <a:pt x="1716114" y="784451"/>
                </a:lnTo>
                <a:cubicBezTo>
                  <a:pt x="1284769" y="784451"/>
                  <a:pt x="933823" y="432536"/>
                  <a:pt x="933823" y="0"/>
                </a:cubicBezTo>
                <a:close/>
                <a:moveTo>
                  <a:pt x="1027262" y="0"/>
                </a:moveTo>
                <a:lnTo>
                  <a:pt x="1044254" y="0"/>
                </a:lnTo>
                <a:cubicBezTo>
                  <a:pt x="1044254" y="371532"/>
                  <a:pt x="1345685" y="673716"/>
                  <a:pt x="1716110" y="673716"/>
                </a:cubicBezTo>
                <a:lnTo>
                  <a:pt x="1716110" y="690750"/>
                </a:lnTo>
                <a:cubicBezTo>
                  <a:pt x="1336248" y="690750"/>
                  <a:pt x="1027262" y="380824"/>
                  <a:pt x="1027262" y="0"/>
                </a:cubicBezTo>
                <a:close/>
                <a:moveTo>
                  <a:pt x="1120625" y="0"/>
                </a:moveTo>
                <a:lnTo>
                  <a:pt x="1137612" y="0"/>
                </a:lnTo>
                <a:cubicBezTo>
                  <a:pt x="1137612" y="319820"/>
                  <a:pt x="1397088" y="580100"/>
                  <a:pt x="1716115" y="580100"/>
                </a:cubicBezTo>
                <a:lnTo>
                  <a:pt x="1716115" y="597134"/>
                </a:lnTo>
                <a:cubicBezTo>
                  <a:pt x="1387736" y="597134"/>
                  <a:pt x="1120625" y="329285"/>
                  <a:pt x="1120625" y="0"/>
                </a:cubicBezTo>
                <a:close/>
                <a:moveTo>
                  <a:pt x="1213978" y="0"/>
                </a:moveTo>
                <a:lnTo>
                  <a:pt x="1230965" y="0"/>
                </a:lnTo>
                <a:cubicBezTo>
                  <a:pt x="1230965" y="268195"/>
                  <a:pt x="1448571" y="486398"/>
                  <a:pt x="1716109" y="486398"/>
                </a:cubicBezTo>
                <a:lnTo>
                  <a:pt x="1716109" y="503437"/>
                </a:lnTo>
                <a:lnTo>
                  <a:pt x="1716109" y="503523"/>
                </a:lnTo>
                <a:cubicBezTo>
                  <a:pt x="1439214" y="503523"/>
                  <a:pt x="1213978" y="277659"/>
                  <a:pt x="1213978" y="0"/>
                </a:cubicBezTo>
                <a:close/>
                <a:moveTo>
                  <a:pt x="1307422" y="0"/>
                </a:moveTo>
                <a:lnTo>
                  <a:pt x="1324414" y="0"/>
                </a:lnTo>
                <a:cubicBezTo>
                  <a:pt x="1324414" y="216569"/>
                  <a:pt x="1500141" y="392784"/>
                  <a:pt x="1716115" y="392784"/>
                </a:cubicBezTo>
                <a:lnTo>
                  <a:pt x="1716115" y="409821"/>
                </a:lnTo>
                <a:cubicBezTo>
                  <a:pt x="1490703" y="409821"/>
                  <a:pt x="1307422" y="225948"/>
                  <a:pt x="1307422" y="0"/>
                </a:cubicBezTo>
                <a:close/>
                <a:moveTo>
                  <a:pt x="1400775" y="0"/>
                </a:moveTo>
                <a:lnTo>
                  <a:pt x="1417762" y="0"/>
                </a:lnTo>
                <a:cubicBezTo>
                  <a:pt x="1417762" y="164944"/>
                  <a:pt x="1551619" y="299170"/>
                  <a:pt x="1716109" y="299170"/>
                </a:cubicBezTo>
                <a:lnTo>
                  <a:pt x="1716109" y="316207"/>
                </a:lnTo>
                <a:cubicBezTo>
                  <a:pt x="1542266" y="316207"/>
                  <a:pt x="1400775" y="174322"/>
                  <a:pt x="1400775" y="0"/>
                </a:cubicBezTo>
                <a:close/>
                <a:moveTo>
                  <a:pt x="1494133" y="0"/>
                </a:moveTo>
                <a:lnTo>
                  <a:pt x="1511120" y="0"/>
                </a:lnTo>
                <a:cubicBezTo>
                  <a:pt x="1511120" y="113318"/>
                  <a:pt x="1603017" y="205556"/>
                  <a:pt x="1716109" y="205556"/>
                </a:cubicBezTo>
                <a:lnTo>
                  <a:pt x="1716109" y="222592"/>
                </a:lnTo>
                <a:cubicBezTo>
                  <a:pt x="1593750" y="222592"/>
                  <a:pt x="1494133" y="122783"/>
                  <a:pt x="1494133" y="0"/>
                </a:cubicBezTo>
                <a:close/>
              </a:path>
            </a:pathLst>
          </a:custGeom>
          <a:solidFill>
            <a:schemeClr val="bg1">
              <a:alpha val="99000"/>
            </a:schemeClr>
          </a:solidFill>
          <a:ln w="4723" cap="flat">
            <a:noFill/>
            <a:prstDash val="solid"/>
            <a:miter/>
          </a:ln>
        </p:spPr>
        <p:txBody>
          <a:bodyPr rtlCol="0" anchor="ctr"/>
          <a:lstStyle/>
          <a:p>
            <a:endParaRPr lang="en-US" dirty="0"/>
          </a:p>
        </p:txBody>
      </p:sp>
      <p:sp>
        <p:nvSpPr>
          <p:cNvPr id="17" name="Image 5">
            <a:extLst>
              <a:ext uri="{FF2B5EF4-FFF2-40B4-BE49-F238E27FC236}">
                <a16:creationId xmlns:a16="http://schemas.microsoft.com/office/drawing/2014/main" id="{B9036D42-A06F-E6EE-BB91-8BAF045198BE}"/>
              </a:ext>
              <a:ext uri="{C183D7F6-B498-43B3-948B-1728B52AA6E4}">
                <adec:decorative xmlns:adec="http://schemas.microsoft.com/office/drawing/2017/decorative" val="1"/>
              </a:ext>
            </a:extLst>
          </p:cNvPr>
          <p:cNvSpPr/>
          <p:nvPr userDrawn="1"/>
        </p:nvSpPr>
        <p:spPr>
          <a:xfrm>
            <a:off x="-5568" y="3440504"/>
            <a:ext cx="3443288" cy="3448050"/>
          </a:xfrm>
          <a:custGeom>
            <a:avLst/>
            <a:gdLst>
              <a:gd name="connsiteX0" fmla="*/ 1721644 w 3443288"/>
              <a:gd name="connsiteY0" fmla="*/ 3448051 h 3448050"/>
              <a:gd name="connsiteX1" fmla="*/ 3443288 w 3443288"/>
              <a:gd name="connsiteY1" fmla="*/ 1724025 h 3448050"/>
              <a:gd name="connsiteX2" fmla="*/ 1721644 w 3443288"/>
              <a:gd name="connsiteY2" fmla="*/ 0 h 3448050"/>
              <a:gd name="connsiteX3" fmla="*/ 0 w 3443288"/>
              <a:gd name="connsiteY3" fmla="*/ 1724025 h 3448050"/>
              <a:gd name="connsiteX4" fmla="*/ 1721644 w 3443288"/>
              <a:gd name="connsiteY4" fmla="*/ 3448051 h 34480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3288" h="3448050">
                <a:moveTo>
                  <a:pt x="1721644" y="3448051"/>
                </a:moveTo>
                <a:cubicBezTo>
                  <a:pt x="2672482" y="3448051"/>
                  <a:pt x="3443288" y="2676178"/>
                  <a:pt x="3443288" y="1724025"/>
                </a:cubicBezTo>
                <a:cubicBezTo>
                  <a:pt x="3443288" y="771873"/>
                  <a:pt x="2672482" y="0"/>
                  <a:pt x="1721644" y="0"/>
                </a:cubicBezTo>
                <a:cubicBezTo>
                  <a:pt x="770806" y="0"/>
                  <a:pt x="0" y="771873"/>
                  <a:pt x="0" y="1724025"/>
                </a:cubicBezTo>
                <a:cubicBezTo>
                  <a:pt x="0" y="2676178"/>
                  <a:pt x="770806" y="3448051"/>
                  <a:pt x="1721644" y="3448051"/>
                </a:cubicBezTo>
                <a:close/>
              </a:path>
            </a:pathLst>
          </a:custGeom>
          <a:solidFill>
            <a:schemeClr val="accent6"/>
          </a:solidFill>
          <a:ln w="4756" cap="flat">
            <a:noFill/>
            <a:prstDash val="solid"/>
            <a:miter/>
          </a:ln>
        </p:spPr>
        <p:txBody>
          <a:bodyPr rtlCol="0" anchor="ctr">
            <a:noAutofit/>
          </a:bodyPr>
          <a:lstStyle/>
          <a:p>
            <a:endParaRPr lang="en-US" dirty="0"/>
          </a:p>
        </p:txBody>
      </p:sp>
      <p:pic>
        <p:nvPicPr>
          <p:cNvPr id="19" name="Image 6">
            <a:extLst>
              <a:ext uri="{FF2B5EF4-FFF2-40B4-BE49-F238E27FC236}">
                <a16:creationId xmlns:a16="http://schemas.microsoft.com/office/drawing/2014/main" id="{86E0540C-3355-A50D-AC61-047B54B70C64}"/>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1718457" y="3440504"/>
            <a:ext cx="1719263" cy="1724025"/>
          </a:xfrm>
          <a:prstGeom prst="rect">
            <a:avLst/>
          </a:prstGeom>
        </p:spPr>
      </p:pic>
      <p:sp>
        <p:nvSpPr>
          <p:cNvPr id="16" name="Slide Number Placeholder 2">
            <a:extLst>
              <a:ext uri="{FF2B5EF4-FFF2-40B4-BE49-F238E27FC236}">
                <a16:creationId xmlns:a16="http://schemas.microsoft.com/office/drawing/2014/main" id="{B00F713C-1CC6-5879-0410-95F179D56AD2}"/>
              </a:ext>
            </a:extLst>
          </p:cNvPr>
          <p:cNvSpPr>
            <a:spLocks noGrp="1"/>
          </p:cNvSpPr>
          <p:nvPr>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sp>
        <p:nvSpPr>
          <p:cNvPr id="2" name="Content Placeholder 2">
            <a:extLst>
              <a:ext uri="{FF2B5EF4-FFF2-40B4-BE49-F238E27FC236}">
                <a16:creationId xmlns:a16="http://schemas.microsoft.com/office/drawing/2014/main" id="{8E40D3F2-4A7A-F909-AC98-0B402B26776E}"/>
              </a:ext>
            </a:extLst>
          </p:cNvPr>
          <p:cNvSpPr>
            <a:spLocks noGrp="1"/>
          </p:cNvSpPr>
          <p:nvPr>
            <p:ph idx="11" hasCustomPrompt="1"/>
          </p:nvPr>
        </p:nvSpPr>
        <p:spPr>
          <a:xfrm>
            <a:off x="4364808" y="3808750"/>
            <a:ext cx="7043618" cy="2233233"/>
          </a:xfrm>
        </p:spPr>
        <p:txBody>
          <a:bodyPr lIns="91440" tIns="0" rIns="91440" bIns="0">
            <a:normAutofit/>
          </a:bodyPr>
          <a:lstStyle>
            <a:lvl1pPr marL="0" indent="0">
              <a:lnSpc>
                <a:spcPct val="100000"/>
              </a:lnSpc>
              <a:spcBef>
                <a:spcPts val="0"/>
              </a:spcBef>
              <a:buNone/>
              <a:defRPr sz="2400"/>
            </a:lvl1pPr>
            <a:lvl2pPr marL="347472">
              <a:lnSpc>
                <a:spcPct val="100000"/>
              </a:lnSpc>
              <a:spcBef>
                <a:spcPts val="0"/>
              </a:spcBef>
              <a:defRPr sz="2400"/>
            </a:lvl2pPr>
            <a:lvl3pPr marL="685800">
              <a:lnSpc>
                <a:spcPct val="100000"/>
              </a:lnSpc>
              <a:spcBef>
                <a:spcPts val="0"/>
              </a:spcBef>
              <a:defRPr sz="2400"/>
            </a:lvl3pPr>
          </a:lstStyle>
          <a:p>
            <a:pPr lvl="0"/>
            <a:r>
              <a:rPr lang="en-US" dirty="0"/>
              <a:t>Click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3116296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4">
    <p:spTree>
      <p:nvGrpSpPr>
        <p:cNvPr id="1" name=""/>
        <p:cNvGrpSpPr/>
        <p:nvPr/>
      </p:nvGrpSpPr>
      <p:grpSpPr>
        <a:xfrm>
          <a:off x="0" y="0"/>
          <a:ext cx="0" cy="0"/>
          <a:chOff x="0" y="0"/>
          <a:chExt cx="0" cy="0"/>
        </a:xfrm>
      </p:grpSpPr>
      <p:sp>
        <p:nvSpPr>
          <p:cNvPr id="27" name="Freeform 26">
            <a:extLst>
              <a:ext uri="{FF2B5EF4-FFF2-40B4-BE49-F238E27FC236}">
                <a16:creationId xmlns:a16="http://schemas.microsoft.com/office/drawing/2014/main" id="{3C7B0BB3-A5CA-7C72-DC39-AD00EC90964C}"/>
              </a:ext>
              <a:ext uri="{C183D7F6-B498-43B3-948B-1728B52AA6E4}">
                <adec:decorative xmlns:adec="http://schemas.microsoft.com/office/drawing/2017/decorative" val="1"/>
              </a:ext>
            </a:extLst>
          </p:cNvPr>
          <p:cNvSpPr/>
          <p:nvPr userDrawn="1"/>
        </p:nvSpPr>
        <p:spPr>
          <a:xfrm>
            <a:off x="8989454" y="3427336"/>
            <a:ext cx="3202546" cy="3430665"/>
          </a:xfrm>
          <a:custGeom>
            <a:avLst/>
            <a:gdLst>
              <a:gd name="connsiteX0" fmla="*/ 0 w 3202546"/>
              <a:gd name="connsiteY0" fmla="*/ 0 h 3430665"/>
              <a:gd name="connsiteX1" fmla="*/ 3202546 w 3202546"/>
              <a:gd name="connsiteY1" fmla="*/ 0 h 3430665"/>
              <a:gd name="connsiteX2" fmla="*/ 3202546 w 3202546"/>
              <a:gd name="connsiteY2" fmla="*/ 3430665 h 3430665"/>
              <a:gd name="connsiteX3" fmla="*/ 0 w 3202546"/>
              <a:gd name="connsiteY3" fmla="*/ 3430665 h 3430665"/>
            </a:gdLst>
            <a:ahLst/>
            <a:cxnLst>
              <a:cxn ang="0">
                <a:pos x="connsiteX0" y="connsiteY0"/>
              </a:cxn>
              <a:cxn ang="0">
                <a:pos x="connsiteX1" y="connsiteY1"/>
              </a:cxn>
              <a:cxn ang="0">
                <a:pos x="connsiteX2" y="connsiteY2"/>
              </a:cxn>
              <a:cxn ang="0">
                <a:pos x="connsiteX3" y="connsiteY3"/>
              </a:cxn>
            </a:cxnLst>
            <a:rect l="l" t="t" r="r" b="b"/>
            <a:pathLst>
              <a:path w="3202546" h="3430665">
                <a:moveTo>
                  <a:pt x="0" y="0"/>
                </a:moveTo>
                <a:lnTo>
                  <a:pt x="3202546" y="0"/>
                </a:lnTo>
                <a:lnTo>
                  <a:pt x="3202546" y="3430665"/>
                </a:lnTo>
                <a:lnTo>
                  <a:pt x="0" y="3430665"/>
                </a:lnTo>
                <a:close/>
              </a:path>
            </a:pathLst>
          </a:custGeom>
          <a:solidFill>
            <a:schemeClr val="accent3"/>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8" name="Freeform 17">
            <a:extLst>
              <a:ext uri="{FF2B5EF4-FFF2-40B4-BE49-F238E27FC236}">
                <a16:creationId xmlns:a16="http://schemas.microsoft.com/office/drawing/2014/main" id="{07871527-68A5-0A5C-F5A6-A80523BAC92F}"/>
              </a:ext>
              <a:ext uri="{C183D7F6-B498-43B3-948B-1728B52AA6E4}">
                <adec:decorative xmlns:adec="http://schemas.microsoft.com/office/drawing/2017/decorative" val="1"/>
              </a:ext>
            </a:extLst>
          </p:cNvPr>
          <p:cNvSpPr/>
          <p:nvPr userDrawn="1"/>
        </p:nvSpPr>
        <p:spPr>
          <a:xfrm>
            <a:off x="8989454" y="3654149"/>
            <a:ext cx="3202546" cy="3203852"/>
          </a:xfrm>
          <a:custGeom>
            <a:avLst/>
            <a:gdLst>
              <a:gd name="connsiteX0" fmla="*/ 3202546 w 3202546"/>
              <a:gd name="connsiteY0" fmla="*/ 0 h 3203852"/>
              <a:gd name="connsiteX1" fmla="*/ 3202546 w 3202546"/>
              <a:gd name="connsiteY1" fmla="*/ 3203852 h 3203852"/>
              <a:gd name="connsiteX2" fmla="*/ 0 w 3202546"/>
              <a:gd name="connsiteY2" fmla="*/ 3203852 h 3203852"/>
              <a:gd name="connsiteX3" fmla="*/ 0 w 3202546"/>
              <a:gd name="connsiteY3" fmla="*/ 3190718 h 3203852"/>
            </a:gdLst>
            <a:ahLst/>
            <a:cxnLst>
              <a:cxn ang="0">
                <a:pos x="connsiteX0" y="connsiteY0"/>
              </a:cxn>
              <a:cxn ang="0">
                <a:pos x="connsiteX1" y="connsiteY1"/>
              </a:cxn>
              <a:cxn ang="0">
                <a:pos x="connsiteX2" y="connsiteY2"/>
              </a:cxn>
              <a:cxn ang="0">
                <a:pos x="connsiteX3" y="connsiteY3"/>
              </a:cxn>
            </a:cxnLst>
            <a:rect l="l" t="t" r="r" b="b"/>
            <a:pathLst>
              <a:path w="3202546" h="3203852">
                <a:moveTo>
                  <a:pt x="3202546" y="0"/>
                </a:moveTo>
                <a:lnTo>
                  <a:pt x="3202546" y="3203852"/>
                </a:lnTo>
                <a:lnTo>
                  <a:pt x="0" y="3203852"/>
                </a:lnTo>
                <a:lnTo>
                  <a:pt x="0" y="3190718"/>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4" name="Freeform 13">
            <a:extLst>
              <a:ext uri="{FF2B5EF4-FFF2-40B4-BE49-F238E27FC236}">
                <a16:creationId xmlns:a16="http://schemas.microsoft.com/office/drawing/2014/main" id="{CEB118B3-9B06-AD11-738A-7A0651F98B7E}"/>
              </a:ext>
              <a:ext uri="{C183D7F6-B498-43B3-948B-1728B52AA6E4}">
                <adec:decorative xmlns:adec="http://schemas.microsoft.com/office/drawing/2017/decorative" val="1"/>
              </a:ext>
            </a:extLst>
          </p:cNvPr>
          <p:cNvSpPr/>
          <p:nvPr userDrawn="1"/>
        </p:nvSpPr>
        <p:spPr>
          <a:xfrm>
            <a:off x="8989455" y="1"/>
            <a:ext cx="3202545" cy="3437345"/>
          </a:xfrm>
          <a:custGeom>
            <a:avLst/>
            <a:gdLst>
              <a:gd name="connsiteX0" fmla="*/ 0 w 3202545"/>
              <a:gd name="connsiteY0" fmla="*/ 0 h 3437345"/>
              <a:gd name="connsiteX1" fmla="*/ 3202545 w 3202545"/>
              <a:gd name="connsiteY1" fmla="*/ 0 h 3437345"/>
              <a:gd name="connsiteX2" fmla="*/ 3202545 w 3202545"/>
              <a:gd name="connsiteY2" fmla="*/ 3437345 h 3437345"/>
              <a:gd name="connsiteX3" fmla="*/ 0 w 3202545"/>
              <a:gd name="connsiteY3" fmla="*/ 3437345 h 3437345"/>
            </a:gdLst>
            <a:ahLst/>
            <a:cxnLst>
              <a:cxn ang="0">
                <a:pos x="connsiteX0" y="connsiteY0"/>
              </a:cxn>
              <a:cxn ang="0">
                <a:pos x="connsiteX1" y="connsiteY1"/>
              </a:cxn>
              <a:cxn ang="0">
                <a:pos x="connsiteX2" y="connsiteY2"/>
              </a:cxn>
              <a:cxn ang="0">
                <a:pos x="connsiteX3" y="connsiteY3"/>
              </a:cxn>
            </a:cxnLst>
            <a:rect l="l" t="t" r="r" b="b"/>
            <a:pathLst>
              <a:path w="3202545" h="3437345">
                <a:moveTo>
                  <a:pt x="0" y="0"/>
                </a:moveTo>
                <a:lnTo>
                  <a:pt x="3202545" y="0"/>
                </a:lnTo>
                <a:lnTo>
                  <a:pt x="3202545" y="3437345"/>
                </a:lnTo>
                <a:lnTo>
                  <a:pt x="0" y="3437345"/>
                </a:lnTo>
                <a:close/>
              </a:path>
            </a:pathLst>
          </a:custGeom>
          <a:solidFill>
            <a:schemeClr val="accent5"/>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16" name="Freeform 15">
            <a:extLst>
              <a:ext uri="{FF2B5EF4-FFF2-40B4-BE49-F238E27FC236}">
                <a16:creationId xmlns:a16="http://schemas.microsoft.com/office/drawing/2014/main" id="{0EA94262-504E-06F2-F383-E832C37B1250}"/>
              </a:ext>
              <a:ext uri="{C183D7F6-B498-43B3-948B-1728B52AA6E4}">
                <adec:decorative xmlns:adec="http://schemas.microsoft.com/office/drawing/2017/decorative" val="1"/>
              </a:ext>
            </a:extLst>
          </p:cNvPr>
          <p:cNvSpPr/>
          <p:nvPr userDrawn="1"/>
        </p:nvSpPr>
        <p:spPr>
          <a:xfrm>
            <a:off x="8989454" y="6681"/>
            <a:ext cx="3202546" cy="3436477"/>
          </a:xfrm>
          <a:custGeom>
            <a:avLst/>
            <a:gdLst>
              <a:gd name="connsiteX0" fmla="*/ 0 w 3202546"/>
              <a:gd name="connsiteY0" fmla="*/ 0 h 3436477"/>
              <a:gd name="connsiteX1" fmla="*/ 3202546 w 3202546"/>
              <a:gd name="connsiteY1" fmla="*/ 3214418 h 3436477"/>
              <a:gd name="connsiteX2" fmla="*/ 3202546 w 3202546"/>
              <a:gd name="connsiteY2" fmla="*/ 3436477 h 3436477"/>
              <a:gd name="connsiteX3" fmla="*/ 0 w 3202546"/>
              <a:gd name="connsiteY3" fmla="*/ 3436477 h 3436477"/>
            </a:gdLst>
            <a:ahLst/>
            <a:cxnLst>
              <a:cxn ang="0">
                <a:pos x="connsiteX0" y="connsiteY0"/>
              </a:cxn>
              <a:cxn ang="0">
                <a:pos x="connsiteX1" y="connsiteY1"/>
              </a:cxn>
              <a:cxn ang="0">
                <a:pos x="connsiteX2" y="connsiteY2"/>
              </a:cxn>
              <a:cxn ang="0">
                <a:pos x="connsiteX3" y="connsiteY3"/>
              </a:cxn>
            </a:cxnLst>
            <a:rect l="l" t="t" r="r" b="b"/>
            <a:pathLst>
              <a:path w="3202546" h="3436477">
                <a:moveTo>
                  <a:pt x="0" y="0"/>
                </a:moveTo>
                <a:lnTo>
                  <a:pt x="3202546" y="3214418"/>
                </a:lnTo>
                <a:lnTo>
                  <a:pt x="3202546" y="3436477"/>
                </a:lnTo>
                <a:lnTo>
                  <a:pt x="0" y="3436477"/>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20" name="Title 19">
            <a:extLst>
              <a:ext uri="{FF2B5EF4-FFF2-40B4-BE49-F238E27FC236}">
                <a16:creationId xmlns:a16="http://schemas.microsoft.com/office/drawing/2014/main" id="{C26B5661-F583-FA44-8353-161B862E69B1}"/>
              </a:ext>
            </a:extLst>
          </p:cNvPr>
          <p:cNvSpPr>
            <a:spLocks noGrp="1"/>
          </p:cNvSpPr>
          <p:nvPr userDrawn="1">
            <p:ph type="title" hasCustomPrompt="1"/>
          </p:nvPr>
        </p:nvSpPr>
        <p:spPr>
          <a:xfrm>
            <a:off x="914399" y="834635"/>
            <a:ext cx="7796464" cy="1222385"/>
          </a:xfrm>
        </p:spPr>
        <p:txBody>
          <a:bodyPr tIns="0" bIns="0">
            <a:noAutofit/>
          </a:bodyPr>
          <a:lstStyle>
            <a:lvl1pPr algn="l">
              <a:lnSpc>
                <a:spcPct val="100000"/>
              </a:lnSpc>
              <a:defRPr sz="3600"/>
            </a:lvl1pPr>
          </a:lstStyle>
          <a:p>
            <a:r>
              <a:rPr lang="en-US" dirty="0"/>
              <a:t>Click to add title</a:t>
            </a:r>
          </a:p>
        </p:txBody>
      </p:sp>
      <p:sp>
        <p:nvSpPr>
          <p:cNvPr id="19" name="Slide Number Placeholder 2">
            <a:extLst>
              <a:ext uri="{FF2B5EF4-FFF2-40B4-BE49-F238E27FC236}">
                <a16:creationId xmlns:a16="http://schemas.microsoft.com/office/drawing/2014/main" id="{BFBCB81C-7599-87A1-8037-5FB8C374503A}"/>
              </a:ext>
            </a:extLst>
          </p:cNvPr>
          <p:cNvSpPr>
            <a:spLocks noGrp="1"/>
          </p:cNvSpPr>
          <p:nvPr userDrawn="1">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sp>
        <p:nvSpPr>
          <p:cNvPr id="23" name="Content Placeholder 3">
            <a:extLst>
              <a:ext uri="{FF2B5EF4-FFF2-40B4-BE49-F238E27FC236}">
                <a16:creationId xmlns:a16="http://schemas.microsoft.com/office/drawing/2014/main" id="{6FF02D51-6992-3FED-2A19-92E5AC564CF4}"/>
              </a:ext>
            </a:extLst>
          </p:cNvPr>
          <p:cNvSpPr>
            <a:spLocks noGrp="1"/>
          </p:cNvSpPr>
          <p:nvPr userDrawn="1">
            <p:ph sz="half" idx="2" hasCustomPrompt="1"/>
          </p:nvPr>
        </p:nvSpPr>
        <p:spPr>
          <a:xfrm>
            <a:off x="914400" y="2303028"/>
            <a:ext cx="3283119" cy="3720337"/>
          </a:xfrm>
        </p:spPr>
        <p:txBody>
          <a:bodyPr lIns="91440" tIns="0" rIns="91440" bIns="0">
            <a:normAutofit/>
          </a:bodyPr>
          <a:lstStyle>
            <a:lvl1pPr marL="0" indent="0">
              <a:spcBef>
                <a:spcPts val="1000"/>
              </a:spcBef>
              <a:buNone/>
              <a:defRPr sz="1800"/>
            </a:lvl1pPr>
            <a:lvl2pPr marL="283464" indent="-283464">
              <a:spcBef>
                <a:spcPts val="1000"/>
              </a:spcBef>
              <a:defRPr sz="1800"/>
            </a:lvl2pPr>
            <a:lvl3pPr marL="283464" indent="-283464">
              <a:spcBef>
                <a:spcPts val="1000"/>
              </a:spcBef>
              <a:defRPr sz="1800"/>
            </a:lvl3pPr>
            <a:lvl4pPr marL="283464" indent="-283464">
              <a:spcBef>
                <a:spcPts val="1000"/>
              </a:spcBef>
              <a:defRPr sz="1800"/>
            </a:lvl4pPr>
            <a:lvl5pPr marL="283464"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Content Placeholder 5">
            <a:extLst>
              <a:ext uri="{FF2B5EF4-FFF2-40B4-BE49-F238E27FC236}">
                <a16:creationId xmlns:a16="http://schemas.microsoft.com/office/drawing/2014/main" id="{C2762372-3C12-61F8-F131-E4C08A2B1735}"/>
              </a:ext>
            </a:extLst>
          </p:cNvPr>
          <p:cNvSpPr>
            <a:spLocks noGrp="1"/>
          </p:cNvSpPr>
          <p:nvPr userDrawn="1">
            <p:ph sz="quarter" idx="4" hasCustomPrompt="1"/>
          </p:nvPr>
        </p:nvSpPr>
        <p:spPr>
          <a:xfrm>
            <a:off x="4782159" y="2303028"/>
            <a:ext cx="3284951" cy="3720337"/>
          </a:xfrm>
        </p:spPr>
        <p:txBody>
          <a:bodyPr lIns="91440" tIns="0" rIns="91440" bIns="0">
            <a:normAutofit/>
          </a:bodyPr>
          <a:lstStyle>
            <a:lvl1pPr marL="0" indent="0">
              <a:spcBef>
                <a:spcPts val="1000"/>
              </a:spcBef>
              <a:buNone/>
              <a:defRPr sz="1800"/>
            </a:lvl1pPr>
            <a:lvl2pPr marL="283464" indent="-283464">
              <a:spcBef>
                <a:spcPts val="1000"/>
              </a:spcBef>
              <a:defRPr sz="1800"/>
            </a:lvl2pPr>
            <a:lvl3pPr marL="283464" indent="-283464">
              <a:spcBef>
                <a:spcPts val="1000"/>
              </a:spcBef>
              <a:defRPr sz="1800"/>
            </a:lvl3pPr>
            <a:lvl4pPr marL="283464" indent="-283464">
              <a:spcBef>
                <a:spcPts val="1000"/>
              </a:spcBef>
              <a:defRPr sz="1800"/>
            </a:lvl4pPr>
            <a:lvl5pPr marL="283464"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867332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eline 1">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76CF4B8-1811-BD21-43A7-560AC4724F3B}"/>
              </a:ext>
              <a:ext uri="{C183D7F6-B498-43B3-948B-1728B52AA6E4}">
                <adec:decorative xmlns:adec="http://schemas.microsoft.com/office/drawing/2017/decorative" val="1"/>
              </a:ext>
            </a:extLst>
          </p:cNvPr>
          <p:cNvSpPr/>
          <p:nvPr userDrawn="1"/>
        </p:nvSpPr>
        <p:spPr>
          <a:xfrm>
            <a:off x="-24064" y="-400"/>
            <a:ext cx="12216063" cy="34671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34" name="Rectangle 33">
            <a:extLst>
              <a:ext uri="{FF2B5EF4-FFF2-40B4-BE49-F238E27FC236}">
                <a16:creationId xmlns:a16="http://schemas.microsoft.com/office/drawing/2014/main" id="{30B7B4F0-D3BC-63DF-6429-F771BE5A3270}"/>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 name="Title 1">
            <a:extLst>
              <a:ext uri="{FF2B5EF4-FFF2-40B4-BE49-F238E27FC236}">
                <a16:creationId xmlns:a16="http://schemas.microsoft.com/office/drawing/2014/main" id="{A65C6DDD-D2BB-0153-0F53-9F7C17BDFD2B}"/>
              </a:ext>
            </a:extLst>
          </p:cNvPr>
          <p:cNvSpPr>
            <a:spLocks noGrp="1"/>
          </p:cNvSpPr>
          <p:nvPr>
            <p:ph type="title" hasCustomPrompt="1"/>
          </p:nvPr>
        </p:nvSpPr>
        <p:spPr>
          <a:xfrm>
            <a:off x="914400" y="965393"/>
            <a:ext cx="7631709" cy="1091627"/>
          </a:xfrm>
        </p:spPr>
        <p:txBody>
          <a:bodyPr tIns="0" bIns="0"/>
          <a:lstStyle>
            <a:lvl1pPr algn="l">
              <a:lnSpc>
                <a:spcPct val="100000"/>
              </a:lnSpc>
              <a:defRPr sz="3600">
                <a:solidFill>
                  <a:schemeClr val="accent6"/>
                </a:solidFill>
              </a:defRPr>
            </a:lvl1pPr>
          </a:lstStyle>
          <a:p>
            <a:r>
              <a:rPr lang="en-US" dirty="0"/>
              <a:t>Click to add title</a:t>
            </a:r>
          </a:p>
        </p:txBody>
      </p:sp>
      <p:sp>
        <p:nvSpPr>
          <p:cNvPr id="5" name="Content Placeholder 2">
            <a:extLst>
              <a:ext uri="{FF2B5EF4-FFF2-40B4-BE49-F238E27FC236}">
                <a16:creationId xmlns:a16="http://schemas.microsoft.com/office/drawing/2014/main" id="{0AADE444-940A-5A34-8C49-4F15BC33EEC7}"/>
              </a:ext>
            </a:extLst>
          </p:cNvPr>
          <p:cNvSpPr>
            <a:spLocks noGrp="1"/>
          </p:cNvSpPr>
          <p:nvPr>
            <p:ph sz="half" idx="15" hasCustomPrompt="1"/>
          </p:nvPr>
        </p:nvSpPr>
        <p:spPr>
          <a:xfrm>
            <a:off x="914400" y="2303028"/>
            <a:ext cx="3283119" cy="4144192"/>
          </a:xfrm>
        </p:spPr>
        <p:txBody>
          <a:bodyPr lIns="91440" tIns="0" rIns="91440" bIns="0">
            <a:normAutofit/>
          </a:bodyPr>
          <a:lstStyle>
            <a:lvl1pPr marL="457200" indent="-457200">
              <a:spcBef>
                <a:spcPts val="1000"/>
              </a:spcBef>
              <a:buFont typeface="+mj-lt"/>
              <a:buAutoNum type="arabicPeriod"/>
              <a:defRPr sz="1800"/>
            </a:lvl1pPr>
            <a:lvl2pPr marL="745236" indent="-342900">
              <a:spcBef>
                <a:spcPts val="1000"/>
              </a:spcBef>
              <a:buFont typeface="+mj-lt"/>
              <a:buAutoNum type="alphaLcPeriod"/>
              <a:defRPr sz="1800"/>
            </a:lvl2pPr>
            <a:lvl3pPr marL="1202436" indent="-342900">
              <a:spcBef>
                <a:spcPts val="1000"/>
              </a:spcBef>
              <a:buFont typeface="+mj-lt"/>
              <a:buAutoNum type="arabicParenR"/>
              <a:defRPr sz="1800"/>
            </a:lvl3pPr>
            <a:lvl4pPr marL="1659636" indent="-342900">
              <a:spcBef>
                <a:spcPts val="1000"/>
              </a:spcBef>
              <a:buFont typeface="+mj-lt"/>
              <a:buAutoNum type="alphaLcParenR"/>
              <a:defRPr sz="1800"/>
            </a:lvl4pPr>
            <a:lvl5pPr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3" name="Content Placeholder 2">
            <a:extLst>
              <a:ext uri="{FF2B5EF4-FFF2-40B4-BE49-F238E27FC236}">
                <a16:creationId xmlns:a16="http://schemas.microsoft.com/office/drawing/2014/main" id="{97A79FCB-9A9F-6B60-A95C-FCF020598DE3}"/>
              </a:ext>
            </a:extLst>
          </p:cNvPr>
          <p:cNvSpPr>
            <a:spLocks noGrp="1"/>
          </p:cNvSpPr>
          <p:nvPr>
            <p:ph sz="half" idx="1" hasCustomPrompt="1"/>
          </p:nvPr>
        </p:nvSpPr>
        <p:spPr>
          <a:xfrm>
            <a:off x="4782159" y="2303028"/>
            <a:ext cx="3763950" cy="4144192"/>
          </a:xfrm>
        </p:spPr>
        <p:txBody>
          <a:bodyPr lIns="91440" tIns="0" rIns="91440" bIns="0">
            <a:normAutofit/>
          </a:bodyPr>
          <a:lstStyle>
            <a:lvl1pPr marL="0" indent="0">
              <a:spcBef>
                <a:spcPts val="1000"/>
              </a:spcBef>
              <a:buNone/>
              <a:defRPr sz="1800"/>
            </a:lvl1pPr>
            <a:lvl2pPr indent="-283464">
              <a:spcBef>
                <a:spcPts val="1000"/>
              </a:spcBef>
              <a:defRPr sz="1800"/>
            </a:lvl2pPr>
            <a:lvl3pPr indent="-283464">
              <a:spcBef>
                <a:spcPts val="1000"/>
              </a:spcBef>
              <a:defRPr sz="1800"/>
            </a:lvl3pPr>
            <a:lvl4pPr indent="-283464">
              <a:spcBef>
                <a:spcPts val="1000"/>
              </a:spcBef>
              <a:defRPr sz="1800"/>
            </a:lvl4pPr>
            <a:lvl5pPr indent="-283464">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1" name="Picture Placeholder 30">
            <a:extLst>
              <a:ext uri="{FF2B5EF4-FFF2-40B4-BE49-F238E27FC236}">
                <a16:creationId xmlns:a16="http://schemas.microsoft.com/office/drawing/2014/main" id="{2912B88E-830A-AD4C-378F-46EF5F77950C}"/>
              </a:ext>
            </a:extLst>
          </p:cNvPr>
          <p:cNvSpPr>
            <a:spLocks noGrp="1"/>
          </p:cNvSpPr>
          <p:nvPr>
            <p:ph type="pic" sz="quarter" idx="14" hasCustomPrompt="1"/>
          </p:nvPr>
        </p:nvSpPr>
        <p:spPr>
          <a:xfrm>
            <a:off x="8989454" y="965393"/>
            <a:ext cx="3202545" cy="5892607"/>
          </a:xfrm>
          <a:custGeom>
            <a:avLst/>
            <a:gdLst>
              <a:gd name="connsiteX0" fmla="*/ 0 w 3202545"/>
              <a:gd name="connsiteY0" fmla="*/ 0 h 6023366"/>
              <a:gd name="connsiteX1" fmla="*/ 3202545 w 3202545"/>
              <a:gd name="connsiteY1" fmla="*/ 0 h 6023366"/>
              <a:gd name="connsiteX2" fmla="*/ 3202545 w 3202545"/>
              <a:gd name="connsiteY2" fmla="*/ 3165406 h 6023366"/>
              <a:gd name="connsiteX3" fmla="*/ 2923656 w 3202545"/>
              <a:gd name="connsiteY3" fmla="*/ 3179481 h 6023366"/>
              <a:gd name="connsiteX4" fmla="*/ 364096 w 3202545"/>
              <a:gd name="connsiteY4" fmla="*/ 6016124 h 6023366"/>
              <a:gd name="connsiteX5" fmla="*/ 364096 w 3202545"/>
              <a:gd name="connsiteY5" fmla="*/ 6023364 h 6023366"/>
              <a:gd name="connsiteX6" fmla="*/ 1231541 w 3202545"/>
              <a:gd name="connsiteY6" fmla="*/ 6023364 h 6023366"/>
              <a:gd name="connsiteX7" fmla="*/ 1241636 w 3202545"/>
              <a:gd name="connsiteY7" fmla="*/ 5822974 h 6023366"/>
              <a:gd name="connsiteX8" fmla="*/ 3012253 w 3202545"/>
              <a:gd name="connsiteY8" fmla="*/ 4042481 h 6023366"/>
              <a:gd name="connsiteX9" fmla="*/ 3202545 w 3202545"/>
              <a:gd name="connsiteY9" fmla="*/ 4032784 h 6023366"/>
              <a:gd name="connsiteX10" fmla="*/ 3202545 w 3202545"/>
              <a:gd name="connsiteY10" fmla="*/ 4033098 h 6023366"/>
              <a:gd name="connsiteX11" fmla="*/ 3012291 w 3202545"/>
              <a:gd name="connsiteY11" fmla="*/ 4042794 h 6023366"/>
              <a:gd name="connsiteX12" fmla="*/ 1242011 w 3202545"/>
              <a:gd name="connsiteY12" fmla="*/ 5823008 h 6023366"/>
              <a:gd name="connsiteX13" fmla="*/ 1231918 w 3202545"/>
              <a:gd name="connsiteY13" fmla="*/ 6023365 h 6023366"/>
              <a:gd name="connsiteX14" fmla="*/ 3202545 w 3202545"/>
              <a:gd name="connsiteY14" fmla="*/ 6023365 h 6023366"/>
              <a:gd name="connsiteX15" fmla="*/ 3202545 w 3202545"/>
              <a:gd name="connsiteY15" fmla="*/ 6023366 h 6023366"/>
              <a:gd name="connsiteX16" fmla="*/ 0 w 3202545"/>
              <a:gd name="connsiteY16" fmla="*/ 6023366 h 6023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202545" h="6023366">
                <a:moveTo>
                  <a:pt x="0" y="0"/>
                </a:moveTo>
                <a:lnTo>
                  <a:pt x="3202545" y="0"/>
                </a:lnTo>
                <a:lnTo>
                  <a:pt x="3202545" y="3165406"/>
                </a:lnTo>
                <a:lnTo>
                  <a:pt x="2923656" y="3179481"/>
                </a:lnTo>
                <a:cubicBezTo>
                  <a:pt x="1485615" y="3325450"/>
                  <a:pt x="364096" y="4539349"/>
                  <a:pt x="364096" y="6016124"/>
                </a:cubicBezTo>
                <a:lnTo>
                  <a:pt x="364096" y="6023364"/>
                </a:lnTo>
                <a:lnTo>
                  <a:pt x="1231541" y="6023364"/>
                </a:lnTo>
                <a:lnTo>
                  <a:pt x="1241636" y="5822974"/>
                </a:lnTo>
                <a:cubicBezTo>
                  <a:pt x="1336361" y="4887576"/>
                  <a:pt x="2077946" y="4138236"/>
                  <a:pt x="3012253" y="4042481"/>
                </a:cubicBezTo>
                <a:lnTo>
                  <a:pt x="3202545" y="4032784"/>
                </a:lnTo>
                <a:lnTo>
                  <a:pt x="3202545" y="4033098"/>
                </a:lnTo>
                <a:lnTo>
                  <a:pt x="3012291" y="4042794"/>
                </a:lnTo>
                <a:cubicBezTo>
                  <a:pt x="2078162" y="4138534"/>
                  <a:pt x="1336718" y="4887757"/>
                  <a:pt x="1242011" y="5823008"/>
                </a:cubicBezTo>
                <a:lnTo>
                  <a:pt x="1231918" y="6023365"/>
                </a:lnTo>
                <a:lnTo>
                  <a:pt x="3202545" y="6023365"/>
                </a:lnTo>
                <a:lnTo>
                  <a:pt x="3202545" y="6023366"/>
                </a:lnTo>
                <a:lnTo>
                  <a:pt x="0" y="6023366"/>
                </a:lnTo>
                <a:close/>
              </a:path>
            </a:pathLst>
          </a:custGeom>
          <a:solidFill>
            <a:schemeClr val="accent4"/>
          </a:solidFill>
        </p:spPr>
        <p:txBody>
          <a:bodyPr wrap="square">
            <a:noAutofit/>
          </a:bodyPr>
          <a:lstStyle>
            <a:lvl1pPr marL="0" indent="0">
              <a:buNone/>
              <a:defRPr sz="1800"/>
            </a:lvl1pPr>
          </a:lstStyle>
          <a:p>
            <a:pPr lvl="0"/>
            <a:r>
              <a:rPr lang="en-US" dirty="0"/>
              <a:t>Click to add picture</a:t>
            </a:r>
          </a:p>
        </p:txBody>
      </p:sp>
      <p:grpSp>
        <p:nvGrpSpPr>
          <p:cNvPr id="32" name="Group 31">
            <a:extLst>
              <a:ext uri="{FF2B5EF4-FFF2-40B4-BE49-F238E27FC236}">
                <a16:creationId xmlns:a16="http://schemas.microsoft.com/office/drawing/2014/main" id="{B9152F76-E42E-3D76-6BDB-2FA0D69216AD}"/>
              </a:ext>
              <a:ext uri="{C183D7F6-B498-43B3-948B-1728B52AA6E4}">
                <adec:decorative xmlns:adec="http://schemas.microsoft.com/office/drawing/2017/decorative" val="1"/>
              </a:ext>
            </a:extLst>
          </p:cNvPr>
          <p:cNvGrpSpPr/>
          <p:nvPr userDrawn="1"/>
        </p:nvGrpSpPr>
        <p:grpSpPr>
          <a:xfrm>
            <a:off x="9353550" y="4000041"/>
            <a:ext cx="2838450" cy="2857959"/>
            <a:chOff x="12797096" y="4000041"/>
            <a:chExt cx="2838450" cy="2857959"/>
          </a:xfrm>
        </p:grpSpPr>
        <p:sp>
          <p:nvSpPr>
            <p:cNvPr id="20" name="Freeform: Shape 28">
              <a:extLst>
                <a:ext uri="{FF2B5EF4-FFF2-40B4-BE49-F238E27FC236}">
                  <a16:creationId xmlns:a16="http://schemas.microsoft.com/office/drawing/2014/main" id="{ED0348C7-D83F-0AD7-2539-41219A795693}"/>
                </a:ext>
                <a:ext uri="{C183D7F6-B498-43B3-948B-1728B52AA6E4}">
                  <adec:decorative xmlns:adec="http://schemas.microsoft.com/office/drawing/2017/decorative" val="1"/>
                </a:ext>
              </a:extLst>
            </p:cNvPr>
            <p:cNvSpPr/>
            <p:nvPr userDrawn="1"/>
          </p:nvSpPr>
          <p:spPr>
            <a:xfrm rot="10800000">
              <a:off x="12797096" y="4000041"/>
              <a:ext cx="2838450" cy="2857958"/>
            </a:xfrm>
            <a:custGeom>
              <a:avLst/>
              <a:gdLst>
                <a:gd name="connsiteX0" fmla="*/ 1971005 w 2838450"/>
                <a:gd name="connsiteY0" fmla="*/ 0 h 2857958"/>
                <a:gd name="connsiteX1" fmla="*/ 2838450 w 2838450"/>
                <a:gd name="connsiteY1" fmla="*/ 0 h 2857958"/>
                <a:gd name="connsiteX2" fmla="*/ 2838450 w 2838450"/>
                <a:gd name="connsiteY2" fmla="*/ 7240 h 2857958"/>
                <a:gd name="connsiteX3" fmla="*/ 278890 w 2838450"/>
                <a:gd name="connsiteY3" fmla="*/ 2843883 h 2857958"/>
                <a:gd name="connsiteX4" fmla="*/ 0 w 2838450"/>
                <a:gd name="connsiteY4" fmla="*/ 2857958 h 2857958"/>
                <a:gd name="connsiteX5" fmla="*/ 0 w 2838450"/>
                <a:gd name="connsiteY5" fmla="*/ 1990580 h 2857958"/>
                <a:gd name="connsiteX6" fmla="*/ 190293 w 2838450"/>
                <a:gd name="connsiteY6" fmla="*/ 1980883 h 2857958"/>
                <a:gd name="connsiteX7" fmla="*/ 1960910 w 2838450"/>
                <a:gd name="connsiteY7" fmla="*/ 200390 h 2857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38450" h="2857958">
                  <a:moveTo>
                    <a:pt x="1971005" y="0"/>
                  </a:moveTo>
                  <a:lnTo>
                    <a:pt x="2838450" y="0"/>
                  </a:lnTo>
                  <a:lnTo>
                    <a:pt x="2838450" y="7240"/>
                  </a:lnTo>
                  <a:cubicBezTo>
                    <a:pt x="2838450" y="1484015"/>
                    <a:pt x="1716931" y="2697914"/>
                    <a:pt x="278890" y="2843883"/>
                  </a:cubicBezTo>
                  <a:lnTo>
                    <a:pt x="0" y="2857958"/>
                  </a:lnTo>
                  <a:lnTo>
                    <a:pt x="0" y="1990580"/>
                  </a:lnTo>
                  <a:lnTo>
                    <a:pt x="190293" y="1980883"/>
                  </a:lnTo>
                  <a:cubicBezTo>
                    <a:pt x="1124600" y="1885128"/>
                    <a:pt x="1866185" y="1135788"/>
                    <a:pt x="1960910" y="200390"/>
                  </a:cubicBezTo>
                  <a:close/>
                </a:path>
              </a:pathLst>
            </a:custGeom>
            <a:solidFill>
              <a:schemeClr val="accent3"/>
            </a:solidFill>
            <a:ln>
              <a:noFill/>
            </a:ln>
          </p:spPr>
          <p:txBody>
            <a:bodyPr vert="horz" wrap="square" lIns="91440" tIns="45720" rIns="91440" bIns="45720" numCol="1" anchor="t" anchorCtr="0" compatLnSpc="1">
              <a:prstTxWarp prst="textNoShape">
                <a:avLst/>
              </a:prstTxWarp>
              <a:noAutofit/>
            </a:bodyPr>
            <a:lstStyle/>
            <a:p>
              <a:pPr lvl="0"/>
              <a:endParaRPr lang="en-US" dirty="0"/>
            </a:p>
          </p:txBody>
        </p:sp>
        <p:sp>
          <p:nvSpPr>
            <p:cNvPr id="21" name="Freeform: Shape 25">
              <a:extLst>
                <a:ext uri="{FF2B5EF4-FFF2-40B4-BE49-F238E27FC236}">
                  <a16:creationId xmlns:a16="http://schemas.microsoft.com/office/drawing/2014/main" id="{E911AA2D-BE77-278D-CD2E-2EB3E180F3B8}"/>
                </a:ext>
                <a:ext uri="{C183D7F6-B498-43B3-948B-1728B52AA6E4}">
                  <adec:decorative xmlns:adec="http://schemas.microsoft.com/office/drawing/2017/decorative" val="1"/>
                </a:ext>
              </a:extLst>
            </p:cNvPr>
            <p:cNvSpPr/>
            <p:nvPr userDrawn="1"/>
          </p:nvSpPr>
          <p:spPr>
            <a:xfrm rot="10800000">
              <a:off x="13664918" y="4867733"/>
              <a:ext cx="1970627" cy="1990267"/>
            </a:xfrm>
            <a:custGeom>
              <a:avLst/>
              <a:gdLst>
                <a:gd name="connsiteX0" fmla="*/ 0 w 1970627"/>
                <a:gd name="connsiteY0" fmla="*/ 0 h 1990267"/>
                <a:gd name="connsiteX1" fmla="*/ 1970627 w 1970627"/>
                <a:gd name="connsiteY1" fmla="*/ 0 h 1990267"/>
                <a:gd name="connsiteX2" fmla="*/ 1960534 w 1970627"/>
                <a:gd name="connsiteY2" fmla="*/ 200357 h 1990267"/>
                <a:gd name="connsiteX3" fmla="*/ 190254 w 1970627"/>
                <a:gd name="connsiteY3" fmla="*/ 1980571 h 1990267"/>
                <a:gd name="connsiteX4" fmla="*/ 0 w 1970627"/>
                <a:gd name="connsiteY4" fmla="*/ 1990267 h 1990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70627" h="1990267">
                  <a:moveTo>
                    <a:pt x="0" y="0"/>
                  </a:moveTo>
                  <a:lnTo>
                    <a:pt x="1970627" y="0"/>
                  </a:lnTo>
                  <a:lnTo>
                    <a:pt x="1960534" y="200357"/>
                  </a:lnTo>
                  <a:cubicBezTo>
                    <a:pt x="1865827" y="1135608"/>
                    <a:pt x="1124383" y="1884831"/>
                    <a:pt x="190254" y="1980571"/>
                  </a:cubicBezTo>
                  <a:lnTo>
                    <a:pt x="0" y="1990267"/>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22" name="Freeform: Shape 15">
              <a:extLst>
                <a:ext uri="{FF2B5EF4-FFF2-40B4-BE49-F238E27FC236}">
                  <a16:creationId xmlns:a16="http://schemas.microsoft.com/office/drawing/2014/main" id="{B6CE0BA6-C0FD-AC39-6C31-8477E0CAFDB0}"/>
                </a:ext>
                <a:ext uri="{C183D7F6-B498-43B3-948B-1728B52AA6E4}">
                  <adec:decorative xmlns:adec="http://schemas.microsoft.com/office/drawing/2017/decorative" val="1"/>
                </a:ext>
              </a:extLst>
            </p:cNvPr>
            <p:cNvSpPr/>
            <p:nvPr userDrawn="1"/>
          </p:nvSpPr>
          <p:spPr>
            <a:xfrm rot="10800000">
              <a:off x="14632096" y="5844983"/>
              <a:ext cx="1003449" cy="1013015"/>
            </a:xfrm>
            <a:custGeom>
              <a:avLst/>
              <a:gdLst>
                <a:gd name="connsiteX0" fmla="*/ 0 w 1003449"/>
                <a:gd name="connsiteY0" fmla="*/ 0 h 1013015"/>
                <a:gd name="connsiteX1" fmla="*/ 1003449 w 1003449"/>
                <a:gd name="connsiteY1" fmla="*/ 0 h 1013015"/>
                <a:gd name="connsiteX2" fmla="*/ 998306 w 1003449"/>
                <a:gd name="connsiteY2" fmla="*/ 100639 h 1013015"/>
                <a:gd name="connsiteX3" fmla="*/ 90663 w 1003449"/>
                <a:gd name="connsiteY3" fmla="*/ 1008380 h 1013015"/>
                <a:gd name="connsiteX4" fmla="*/ 0 w 1003449"/>
                <a:gd name="connsiteY4" fmla="*/ 1013015 h 1013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3449" h="1013015">
                  <a:moveTo>
                    <a:pt x="0" y="0"/>
                  </a:moveTo>
                  <a:lnTo>
                    <a:pt x="1003449" y="0"/>
                  </a:lnTo>
                  <a:lnTo>
                    <a:pt x="998306" y="100639"/>
                  </a:lnTo>
                  <a:cubicBezTo>
                    <a:pt x="949402" y="576784"/>
                    <a:pt x="566756" y="959471"/>
                    <a:pt x="90663" y="1008380"/>
                  </a:cubicBezTo>
                  <a:lnTo>
                    <a:pt x="0" y="1013015"/>
                  </a:lnTo>
                  <a:close/>
                </a:path>
              </a:pathLst>
            </a:custGeom>
            <a:solidFill>
              <a:schemeClr val="bg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23" name="Image 2">
              <a:extLst>
                <a:ext uri="{FF2B5EF4-FFF2-40B4-BE49-F238E27FC236}">
                  <a16:creationId xmlns:a16="http://schemas.microsoft.com/office/drawing/2014/main" id="{666AD1A4-36DE-12F3-BB78-BA678A59572C}"/>
                </a:ext>
                <a:ext uri="{C183D7F6-B498-43B3-948B-1728B52AA6E4}">
                  <adec:decorative xmlns:adec="http://schemas.microsoft.com/office/drawing/2017/decorative" val="1"/>
                </a:ext>
              </a:extLst>
            </p:cNvPr>
            <p:cNvSpPr/>
            <p:nvPr userDrawn="1"/>
          </p:nvSpPr>
          <p:spPr>
            <a:xfrm rot="10800000">
              <a:off x="13402193" y="5492845"/>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grpSp>
      <p:sp>
        <p:nvSpPr>
          <p:cNvPr id="44" name="Slide Number Placeholder 2">
            <a:extLst>
              <a:ext uri="{FF2B5EF4-FFF2-40B4-BE49-F238E27FC236}">
                <a16:creationId xmlns:a16="http://schemas.microsoft.com/office/drawing/2014/main" id="{79071EEC-EAD1-8B22-009A-68E74589AA8D}"/>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3183620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ummary 2">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28259CF0-6BC5-3693-6F49-C4489C07C317}"/>
              </a:ext>
              <a:ext uri="{C183D7F6-B498-43B3-948B-1728B52AA6E4}">
                <adec:decorative xmlns:adec="http://schemas.microsoft.com/office/drawing/2017/decorative" val="1"/>
              </a:ext>
            </a:extLst>
          </p:cNvPr>
          <p:cNvSpPr/>
          <p:nvPr/>
        </p:nvSpPr>
        <p:spPr>
          <a:xfrm>
            <a:off x="8989454" y="-2546"/>
            <a:ext cx="3202546" cy="3441072"/>
          </a:xfrm>
          <a:custGeom>
            <a:avLst/>
            <a:gdLst>
              <a:gd name="connsiteX0" fmla="*/ 3202546 w 3202546"/>
              <a:gd name="connsiteY0" fmla="*/ 0 h 3441072"/>
              <a:gd name="connsiteX1" fmla="*/ 3202546 w 3202546"/>
              <a:gd name="connsiteY1" fmla="*/ 3441072 h 3441072"/>
              <a:gd name="connsiteX2" fmla="*/ 0 w 3202546"/>
              <a:gd name="connsiteY2" fmla="*/ 3441072 h 3441072"/>
              <a:gd name="connsiteX3" fmla="*/ 3082686 w 3202546"/>
              <a:gd name="connsiteY3" fmla="*/ 6086 h 3441072"/>
            </a:gdLst>
            <a:ahLst/>
            <a:cxnLst>
              <a:cxn ang="0">
                <a:pos x="connsiteX0" y="connsiteY0"/>
              </a:cxn>
              <a:cxn ang="0">
                <a:pos x="connsiteX1" y="connsiteY1"/>
              </a:cxn>
              <a:cxn ang="0">
                <a:pos x="connsiteX2" y="connsiteY2"/>
              </a:cxn>
              <a:cxn ang="0">
                <a:pos x="connsiteX3" y="connsiteY3"/>
              </a:cxn>
            </a:cxnLst>
            <a:rect l="l" t="t" r="r" b="b"/>
            <a:pathLst>
              <a:path w="3202546" h="3441072">
                <a:moveTo>
                  <a:pt x="3202546" y="0"/>
                </a:moveTo>
                <a:lnTo>
                  <a:pt x="3202546" y="3441072"/>
                </a:lnTo>
                <a:lnTo>
                  <a:pt x="0" y="3441072"/>
                </a:lnTo>
                <a:cubicBezTo>
                  <a:pt x="0" y="1653352"/>
                  <a:pt x="1351216" y="182908"/>
                  <a:pt x="3082686" y="6086"/>
                </a:cubicBezTo>
                <a:close/>
              </a:path>
            </a:pathLst>
          </a:custGeom>
          <a:solidFill>
            <a:schemeClr val="accent1"/>
          </a:solidFill>
          <a:ln w="4756" cap="flat">
            <a:noFill/>
            <a:prstDash val="solid"/>
            <a:miter/>
          </a:ln>
        </p:spPr>
        <p:txBody>
          <a:bodyPr wrap="square" rtlCol="0" anchor="ctr">
            <a:noAutofit/>
          </a:bodyPr>
          <a:lstStyle/>
          <a:p>
            <a:endParaRPr lang="en-US" dirty="0"/>
          </a:p>
        </p:txBody>
      </p:sp>
      <p:sp>
        <p:nvSpPr>
          <p:cNvPr id="26" name="Image 4">
            <a:extLst>
              <a:ext uri="{FF2B5EF4-FFF2-40B4-BE49-F238E27FC236}">
                <a16:creationId xmlns:a16="http://schemas.microsoft.com/office/drawing/2014/main" id="{9019DA73-2516-F3D2-ECDB-620C90483DB3}"/>
              </a:ext>
              <a:ext uri="{C183D7F6-B498-43B3-948B-1728B52AA6E4}">
                <adec:decorative xmlns:adec="http://schemas.microsoft.com/office/drawing/2017/decorative" val="1"/>
              </a:ext>
            </a:extLst>
          </p:cNvPr>
          <p:cNvSpPr/>
          <p:nvPr/>
        </p:nvSpPr>
        <p:spPr>
          <a:xfrm flipV="1">
            <a:off x="9991725" y="1247775"/>
            <a:ext cx="2200275" cy="2181225"/>
          </a:xfrm>
          <a:custGeom>
            <a:avLst/>
            <a:gdLst>
              <a:gd name="connsiteX0" fmla="*/ 0 w 2200275"/>
              <a:gd name="connsiteY0" fmla="*/ 0 h 2181225"/>
              <a:gd name="connsiteX1" fmla="*/ 2200275 w 2200275"/>
              <a:gd name="connsiteY1" fmla="*/ 2181225 h 2181225"/>
              <a:gd name="connsiteX2" fmla="*/ 2200275 w 2200275"/>
              <a:gd name="connsiteY2" fmla="*/ 0 h 2181225"/>
              <a:gd name="connsiteX3" fmla="*/ 0 w 2200275"/>
              <a:gd name="connsiteY3" fmla="*/ 0 h 2181225"/>
            </a:gdLst>
            <a:ahLst/>
            <a:cxnLst>
              <a:cxn ang="0">
                <a:pos x="connsiteX0" y="connsiteY0"/>
              </a:cxn>
              <a:cxn ang="0">
                <a:pos x="connsiteX1" y="connsiteY1"/>
              </a:cxn>
              <a:cxn ang="0">
                <a:pos x="connsiteX2" y="connsiteY2"/>
              </a:cxn>
              <a:cxn ang="0">
                <a:pos x="connsiteX3" y="connsiteY3"/>
              </a:cxn>
            </a:cxnLst>
            <a:rect l="l" t="t" r="r" b="b"/>
            <a:pathLst>
              <a:path w="2200275" h="2181225">
                <a:moveTo>
                  <a:pt x="0" y="0"/>
                </a:moveTo>
                <a:cubicBezTo>
                  <a:pt x="0" y="1204689"/>
                  <a:pt x="985061" y="2181225"/>
                  <a:pt x="2200275" y="2181225"/>
                </a:cubicBezTo>
                <a:lnTo>
                  <a:pt x="2200275" y="0"/>
                </a:lnTo>
                <a:lnTo>
                  <a:pt x="0" y="0"/>
                </a:lnTo>
                <a:close/>
              </a:path>
            </a:pathLst>
          </a:custGeom>
          <a:solidFill>
            <a:schemeClr val="accent4"/>
          </a:solidFill>
          <a:ln w="4763"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5665DA82-D253-8EC5-5DFB-F0266ED9FBB4}"/>
              </a:ext>
              <a:ext uri="{C183D7F6-B498-43B3-948B-1728B52AA6E4}">
                <adec:decorative xmlns:adec="http://schemas.microsoft.com/office/drawing/2017/decorative" val="1"/>
              </a:ext>
            </a:extLst>
          </p:cNvPr>
          <p:cNvSpPr/>
          <p:nvPr/>
        </p:nvSpPr>
        <p:spPr>
          <a:xfrm flipV="1">
            <a:off x="-20086" y="5331514"/>
            <a:ext cx="2148416" cy="1526486"/>
          </a:xfrm>
          <a:custGeom>
            <a:avLst/>
            <a:gdLst>
              <a:gd name="connsiteX0" fmla="*/ 0 w 2148416"/>
              <a:gd name="connsiteY0" fmla="*/ 1526486 h 1526486"/>
              <a:gd name="connsiteX1" fmla="*/ 2098930 w 2148416"/>
              <a:gd name="connsiteY1" fmla="*/ 135201 h 1526486"/>
              <a:gd name="connsiteX2" fmla="*/ 2148416 w 2148416"/>
              <a:gd name="connsiteY2" fmla="*/ 0 h 1526486"/>
              <a:gd name="connsiteX3" fmla="*/ 0 w 2148416"/>
              <a:gd name="connsiteY3" fmla="*/ 0 h 1526486"/>
            </a:gdLst>
            <a:ahLst/>
            <a:cxnLst>
              <a:cxn ang="0">
                <a:pos x="connsiteX0" y="connsiteY0"/>
              </a:cxn>
              <a:cxn ang="0">
                <a:pos x="connsiteX1" y="connsiteY1"/>
              </a:cxn>
              <a:cxn ang="0">
                <a:pos x="connsiteX2" y="connsiteY2"/>
              </a:cxn>
              <a:cxn ang="0">
                <a:pos x="connsiteX3" y="connsiteY3"/>
              </a:cxn>
            </a:cxnLst>
            <a:rect l="l" t="t" r="r" b="b"/>
            <a:pathLst>
              <a:path w="2148416" h="1526486">
                <a:moveTo>
                  <a:pt x="0" y="1526486"/>
                </a:moveTo>
                <a:cubicBezTo>
                  <a:pt x="943526" y="1526486"/>
                  <a:pt x="1753109" y="952785"/>
                  <a:pt x="2098930" y="135201"/>
                </a:cubicBezTo>
                <a:lnTo>
                  <a:pt x="2148416" y="0"/>
                </a:lnTo>
                <a:lnTo>
                  <a:pt x="0" y="0"/>
                </a:lnTo>
                <a:close/>
              </a:path>
            </a:pathLst>
          </a:custGeom>
          <a:solidFill>
            <a:schemeClr val="accent4">
              <a:alpha val="50000"/>
            </a:schemeClr>
          </a:solidFill>
          <a:ln w="5083" cap="flat">
            <a:noFill/>
            <a:prstDash val="solid"/>
            <a:miter/>
          </a:ln>
        </p:spPr>
        <p:txBody>
          <a:bodyPr wrap="square" rtlCol="0" anchor="ctr">
            <a:noAutofit/>
          </a:bodyPr>
          <a:lstStyle/>
          <a:p>
            <a:endParaRPr lang="en-US" dirty="0"/>
          </a:p>
        </p:txBody>
      </p:sp>
      <p:pic>
        <p:nvPicPr>
          <p:cNvPr id="21" name="Image 2">
            <a:extLst>
              <a:ext uri="{FF2B5EF4-FFF2-40B4-BE49-F238E27FC236}">
                <a16:creationId xmlns:a16="http://schemas.microsoft.com/office/drawing/2014/main" id="{A8B7F1F1-806C-8D65-7340-220A0C4653C8}"/>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rot="5400000">
            <a:off x="9991886" y="1247775"/>
            <a:ext cx="2200114" cy="2200114"/>
          </a:xfrm>
          <a:prstGeom prst="rect">
            <a:avLst/>
          </a:prstGeom>
        </p:spPr>
      </p:pic>
      <p:sp>
        <p:nvSpPr>
          <p:cNvPr id="12" name="Freeform 11">
            <a:extLst>
              <a:ext uri="{FF2B5EF4-FFF2-40B4-BE49-F238E27FC236}">
                <a16:creationId xmlns:a16="http://schemas.microsoft.com/office/drawing/2014/main" id="{E76518D4-6149-BA03-3BE5-6A13A792C115}"/>
              </a:ext>
              <a:ext uri="{C183D7F6-B498-43B3-948B-1728B52AA6E4}">
                <adec:decorative xmlns:adec="http://schemas.microsoft.com/office/drawing/2017/decorative" val="1"/>
              </a:ext>
            </a:extLst>
          </p:cNvPr>
          <p:cNvSpPr/>
          <p:nvPr/>
        </p:nvSpPr>
        <p:spPr>
          <a:xfrm>
            <a:off x="1540428" y="6470488"/>
            <a:ext cx="775021" cy="387513"/>
          </a:xfrm>
          <a:custGeom>
            <a:avLst/>
            <a:gdLst>
              <a:gd name="connsiteX0" fmla="*/ 387511 w 775021"/>
              <a:gd name="connsiteY0" fmla="*/ 0 h 387513"/>
              <a:gd name="connsiteX1" fmla="*/ 775021 w 775021"/>
              <a:gd name="connsiteY1" fmla="*/ 387511 h 387513"/>
              <a:gd name="connsiteX2" fmla="*/ 775021 w 775021"/>
              <a:gd name="connsiteY2" fmla="*/ 387513 h 387513"/>
              <a:gd name="connsiteX3" fmla="*/ 1 w 775021"/>
              <a:gd name="connsiteY3" fmla="*/ 387513 h 387513"/>
              <a:gd name="connsiteX4" fmla="*/ 0 w 775021"/>
              <a:gd name="connsiteY4" fmla="*/ 387511 h 387513"/>
              <a:gd name="connsiteX5" fmla="*/ 387511 w 775021"/>
              <a:gd name="connsiteY5" fmla="*/ 0 h 387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5021" h="387513">
                <a:moveTo>
                  <a:pt x="387511" y="0"/>
                </a:moveTo>
                <a:cubicBezTo>
                  <a:pt x="601527" y="0"/>
                  <a:pt x="775021" y="173494"/>
                  <a:pt x="775021" y="387511"/>
                </a:cubicBezTo>
                <a:lnTo>
                  <a:pt x="775021" y="387513"/>
                </a:lnTo>
                <a:lnTo>
                  <a:pt x="1" y="387513"/>
                </a:lnTo>
                <a:lnTo>
                  <a:pt x="0" y="387511"/>
                </a:lnTo>
                <a:cubicBezTo>
                  <a:pt x="0" y="173494"/>
                  <a:pt x="173494" y="0"/>
                  <a:pt x="387511" y="0"/>
                </a:cubicBezTo>
                <a:close/>
              </a:path>
            </a:pathLst>
          </a:custGeom>
          <a:solidFill>
            <a:schemeClr val="accent6"/>
          </a:solidFill>
          <a:ln w="3801" cap="flat">
            <a:noFill/>
            <a:prstDash val="solid"/>
            <a:miter/>
          </a:ln>
        </p:spPr>
        <p:txBody>
          <a:bodyPr wrap="square" rtlCol="0" anchor="ctr">
            <a:noAutofit/>
          </a:bodyPr>
          <a:lstStyle/>
          <a:p>
            <a:endParaRPr lang="en-US" dirty="0"/>
          </a:p>
        </p:txBody>
      </p:sp>
      <p:sp>
        <p:nvSpPr>
          <p:cNvPr id="2" name="Title 1"/>
          <p:cNvSpPr>
            <a:spLocks noGrp="1"/>
          </p:cNvSpPr>
          <p:nvPr>
            <p:ph type="title"/>
          </p:nvPr>
        </p:nvSpPr>
        <p:spPr>
          <a:xfrm>
            <a:off x="914400" y="1057274"/>
            <a:ext cx="7843837" cy="1012782"/>
          </a:xfrm>
        </p:spPr>
        <p:txBody>
          <a:bodyPr tIns="0" bIns="0">
            <a:noAutofit/>
          </a:bodyPr>
          <a:lstStyle>
            <a:lvl1pPr algn="l">
              <a:lnSpc>
                <a:spcPct val="100000"/>
              </a:lnSpc>
              <a:defRPr sz="3600" b="1"/>
            </a:lvl1pPr>
          </a:lstStyle>
          <a:p>
            <a:r>
              <a:rPr lang="en-US"/>
              <a:t>Click to edit Master title style</a:t>
            </a:r>
            <a:endParaRPr lang="en-US" dirty="0"/>
          </a:p>
        </p:txBody>
      </p:sp>
      <p:sp>
        <p:nvSpPr>
          <p:cNvPr id="30" name="Content Placeholder 2">
            <a:extLst>
              <a:ext uri="{FF2B5EF4-FFF2-40B4-BE49-F238E27FC236}">
                <a16:creationId xmlns:a16="http://schemas.microsoft.com/office/drawing/2014/main" id="{58F56A7F-403C-059D-4B58-A8D59888A158}"/>
              </a:ext>
            </a:extLst>
          </p:cNvPr>
          <p:cNvSpPr>
            <a:spLocks noGrp="1"/>
          </p:cNvSpPr>
          <p:nvPr>
            <p:ph idx="13" hasCustomPrompt="1"/>
          </p:nvPr>
        </p:nvSpPr>
        <p:spPr>
          <a:xfrm>
            <a:off x="914400" y="2331791"/>
            <a:ext cx="6903076" cy="3721817"/>
          </a:xfrm>
        </p:spPr>
        <p:txBody>
          <a:bodyPr tIns="0" bIns="0">
            <a:normAutofit/>
          </a:bodyPr>
          <a:lstStyle>
            <a:lvl1pPr marL="0" indent="0">
              <a:lnSpc>
                <a:spcPct val="100000"/>
              </a:lnSpc>
              <a:spcBef>
                <a:spcPts val="0"/>
              </a:spcBef>
              <a:buNone/>
              <a:defRPr sz="2400"/>
            </a:lvl1pPr>
            <a:lvl2pPr marL="347472">
              <a:lnSpc>
                <a:spcPct val="100000"/>
              </a:lnSpc>
              <a:spcBef>
                <a:spcPts val="0"/>
              </a:spcBef>
              <a:defRPr sz="2400"/>
            </a:lvl2pPr>
            <a:lvl3pPr marL="685800">
              <a:lnSpc>
                <a:spcPct val="100000"/>
              </a:lnSpc>
              <a:spcBef>
                <a:spcPts val="0"/>
              </a:spcBef>
              <a:defRPr sz="2400"/>
            </a:lvl3pPr>
          </a:lstStyle>
          <a:p>
            <a:pPr lvl="0"/>
            <a:r>
              <a:rPr lang="en-US" dirty="0"/>
              <a:t>Click to add text</a:t>
            </a:r>
          </a:p>
          <a:p>
            <a:pPr lvl="1"/>
            <a:r>
              <a:rPr lang="en-US" dirty="0"/>
              <a:t>Second level</a:t>
            </a:r>
          </a:p>
          <a:p>
            <a:pPr lvl="2"/>
            <a:r>
              <a:rPr lang="en-US" dirty="0"/>
              <a:t>Third level</a:t>
            </a:r>
          </a:p>
        </p:txBody>
      </p:sp>
      <p:sp>
        <p:nvSpPr>
          <p:cNvPr id="10" name="Picture Placeholder 9">
            <a:extLst>
              <a:ext uri="{FF2B5EF4-FFF2-40B4-BE49-F238E27FC236}">
                <a16:creationId xmlns:a16="http://schemas.microsoft.com/office/drawing/2014/main" id="{0723BF40-731C-2A5B-FC2F-B59DEF431C66}"/>
              </a:ext>
            </a:extLst>
          </p:cNvPr>
          <p:cNvSpPr>
            <a:spLocks noGrp="1"/>
          </p:cNvSpPr>
          <p:nvPr>
            <p:ph type="pic" sz="quarter" idx="14"/>
          </p:nvPr>
        </p:nvSpPr>
        <p:spPr>
          <a:xfrm>
            <a:off x="8989454" y="3405189"/>
            <a:ext cx="3202546" cy="3452811"/>
          </a:xfrm>
          <a:solidFill>
            <a:schemeClr val="accent1"/>
          </a:solidFill>
        </p:spPr>
        <p:txBody>
          <a:bodyPr>
            <a:normAutofit/>
          </a:bodyPr>
          <a:lstStyle>
            <a:lvl1pPr marL="0" indent="0">
              <a:buNone/>
              <a:defRPr sz="1800"/>
            </a:lvl1pPr>
          </a:lstStyle>
          <a:p>
            <a:r>
              <a:rPr lang="en-US"/>
              <a:t>Click icon to add picture</a:t>
            </a:r>
            <a:endParaRPr lang="en-US" dirty="0"/>
          </a:p>
        </p:txBody>
      </p:sp>
      <p:sp>
        <p:nvSpPr>
          <p:cNvPr id="20" name="Slide Number Placeholder 2">
            <a:extLst>
              <a:ext uri="{FF2B5EF4-FFF2-40B4-BE49-F238E27FC236}">
                <a16:creationId xmlns:a16="http://schemas.microsoft.com/office/drawing/2014/main" id="{3ACD3A33-D8A4-7058-9798-30967E3EFD39}"/>
              </a:ext>
            </a:extLst>
          </p:cNvPr>
          <p:cNvSpPr>
            <a:spLocks noGrp="1"/>
          </p:cNvSpPr>
          <p:nvPr>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2071045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meline 3">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D014917C-8694-B4A4-A211-0F31F00E247E}"/>
              </a:ext>
              <a:ext uri="{C183D7F6-B498-43B3-948B-1728B52AA6E4}">
                <adec:decorative xmlns:adec="http://schemas.microsoft.com/office/drawing/2017/decorative" val="1"/>
              </a:ext>
            </a:extLst>
          </p:cNvPr>
          <p:cNvSpPr/>
          <p:nvPr userDrawn="1"/>
        </p:nvSpPr>
        <p:spPr>
          <a:xfrm>
            <a:off x="1" y="0"/>
            <a:ext cx="1550562" cy="2545382"/>
          </a:xfrm>
          <a:custGeom>
            <a:avLst/>
            <a:gdLst>
              <a:gd name="connsiteX0" fmla="*/ 683117 w 1550562"/>
              <a:gd name="connsiteY0" fmla="*/ 0 h 2545382"/>
              <a:gd name="connsiteX1" fmla="*/ 1550562 w 1550562"/>
              <a:gd name="connsiteY1" fmla="*/ 0 h 2545382"/>
              <a:gd name="connsiteX2" fmla="*/ 1550562 w 1550562"/>
              <a:gd name="connsiteY2" fmla="*/ 7240 h 2545382"/>
              <a:gd name="connsiteX3" fmla="*/ 221868 w 1550562"/>
              <a:gd name="connsiteY3" fmla="*/ 2418735 h 2545382"/>
              <a:gd name="connsiteX4" fmla="*/ 0 w 1550562"/>
              <a:gd name="connsiteY4" fmla="*/ 2545382 h 2545382"/>
              <a:gd name="connsiteX5" fmla="*/ 0 w 1550562"/>
              <a:gd name="connsiteY5" fmla="*/ 1500516 h 2545382"/>
              <a:gd name="connsiteX6" fmla="*/ 102557 w 1550562"/>
              <a:gd name="connsiteY6" fmla="*/ 1405503 h 2545382"/>
              <a:gd name="connsiteX7" fmla="*/ 673022 w 1550562"/>
              <a:gd name="connsiteY7" fmla="*/ 200390 h 2545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0562" h="2545382">
                <a:moveTo>
                  <a:pt x="683117" y="0"/>
                </a:moveTo>
                <a:lnTo>
                  <a:pt x="1550562" y="0"/>
                </a:lnTo>
                <a:lnTo>
                  <a:pt x="1550562" y="7240"/>
                </a:lnTo>
                <a:cubicBezTo>
                  <a:pt x="1550562" y="1022523"/>
                  <a:pt x="1020469" y="1913556"/>
                  <a:pt x="221868" y="2418735"/>
                </a:cubicBezTo>
                <a:lnTo>
                  <a:pt x="0" y="2545382"/>
                </a:lnTo>
                <a:lnTo>
                  <a:pt x="0" y="1500516"/>
                </a:lnTo>
                <a:lnTo>
                  <a:pt x="102557" y="1405503"/>
                </a:lnTo>
                <a:cubicBezTo>
                  <a:pt x="416582" y="1089274"/>
                  <a:pt x="625660" y="668089"/>
                  <a:pt x="673022" y="200390"/>
                </a:cubicBezTo>
                <a:close/>
              </a:path>
            </a:pathLst>
          </a:custGeom>
          <a:solidFill>
            <a:schemeClr val="accent3"/>
          </a:solidFill>
          <a:ln>
            <a:noFill/>
          </a:ln>
        </p:spPr>
        <p:txBody>
          <a:bodyPr vert="horz" wrap="square" lIns="91440" tIns="45720" rIns="91440" bIns="45720" numCol="1" anchor="t" anchorCtr="0" compatLnSpc="1">
            <a:prstTxWarp prst="textNoShape">
              <a:avLst/>
            </a:prstTxWarp>
            <a:noAutofit/>
          </a:bodyPr>
          <a:lstStyle/>
          <a:p>
            <a:pPr lvl="0"/>
            <a:endParaRPr lang="en-US" dirty="0"/>
          </a:p>
        </p:txBody>
      </p:sp>
      <p:sp>
        <p:nvSpPr>
          <p:cNvPr id="10" name="Freeform 9">
            <a:extLst>
              <a:ext uri="{FF2B5EF4-FFF2-40B4-BE49-F238E27FC236}">
                <a16:creationId xmlns:a16="http://schemas.microsoft.com/office/drawing/2014/main" id="{A7DB6972-BB75-254A-BA88-C0C3E6E93BDB}"/>
              </a:ext>
              <a:ext uri="{C183D7F6-B498-43B3-948B-1728B52AA6E4}">
                <adec:decorative xmlns:adec="http://schemas.microsoft.com/office/drawing/2017/decorative" val="1"/>
              </a:ext>
            </a:extLst>
          </p:cNvPr>
          <p:cNvSpPr/>
          <p:nvPr userDrawn="1"/>
        </p:nvSpPr>
        <p:spPr>
          <a:xfrm>
            <a:off x="1" y="-1"/>
            <a:ext cx="682740" cy="1500050"/>
          </a:xfrm>
          <a:custGeom>
            <a:avLst/>
            <a:gdLst>
              <a:gd name="connsiteX0" fmla="*/ 0 w 682740"/>
              <a:gd name="connsiteY0" fmla="*/ 0 h 1500050"/>
              <a:gd name="connsiteX1" fmla="*/ 682740 w 682740"/>
              <a:gd name="connsiteY1" fmla="*/ 0 h 1500050"/>
              <a:gd name="connsiteX2" fmla="*/ 672647 w 682740"/>
              <a:gd name="connsiteY2" fmla="*/ 200357 h 1500050"/>
              <a:gd name="connsiteX3" fmla="*/ 102290 w 682740"/>
              <a:gd name="connsiteY3" fmla="*/ 1405281 h 1500050"/>
              <a:gd name="connsiteX4" fmla="*/ 0 w 682740"/>
              <a:gd name="connsiteY4" fmla="*/ 1500050 h 15000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740" h="1500050">
                <a:moveTo>
                  <a:pt x="0" y="0"/>
                </a:moveTo>
                <a:lnTo>
                  <a:pt x="682740" y="0"/>
                </a:lnTo>
                <a:lnTo>
                  <a:pt x="672647" y="200357"/>
                </a:lnTo>
                <a:cubicBezTo>
                  <a:pt x="625294" y="667983"/>
                  <a:pt x="416256" y="1089101"/>
                  <a:pt x="102290" y="1405281"/>
                </a:cubicBezTo>
                <a:lnTo>
                  <a:pt x="0" y="1500050"/>
                </a:ln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pPr lvl="0"/>
            <a:endParaRPr lang="en-US" dirty="0">
              <a:solidFill>
                <a:schemeClr val="tx1"/>
              </a:solidFill>
            </a:endParaRPr>
          </a:p>
        </p:txBody>
      </p:sp>
      <p:sp>
        <p:nvSpPr>
          <p:cNvPr id="30" name="Image 2">
            <a:extLst>
              <a:ext uri="{FF2B5EF4-FFF2-40B4-BE49-F238E27FC236}">
                <a16:creationId xmlns:a16="http://schemas.microsoft.com/office/drawing/2014/main" id="{790E862E-398F-571C-EC2C-3D17164DE059}"/>
              </a:ext>
              <a:ext uri="{C183D7F6-B498-43B3-948B-1728B52AA6E4}">
                <adec:decorative xmlns:adec="http://schemas.microsoft.com/office/drawing/2017/decorative" val="1"/>
              </a:ext>
            </a:extLst>
          </p:cNvPr>
          <p:cNvSpPr/>
          <p:nvPr/>
        </p:nvSpPr>
        <p:spPr>
          <a:xfrm>
            <a:off x="170445" y="314191"/>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sp>
        <p:nvSpPr>
          <p:cNvPr id="6" name="Title 1">
            <a:extLst>
              <a:ext uri="{FF2B5EF4-FFF2-40B4-BE49-F238E27FC236}">
                <a16:creationId xmlns:a16="http://schemas.microsoft.com/office/drawing/2014/main" id="{1C975BF2-D657-C309-269D-B8D006263130}"/>
              </a:ext>
            </a:extLst>
          </p:cNvPr>
          <p:cNvSpPr>
            <a:spLocks noGrp="1"/>
          </p:cNvSpPr>
          <p:nvPr>
            <p:ph type="title" hasCustomPrompt="1"/>
          </p:nvPr>
        </p:nvSpPr>
        <p:spPr>
          <a:xfrm>
            <a:off x="1550563" y="1089213"/>
            <a:ext cx="9879437" cy="980844"/>
          </a:xfrm>
        </p:spPr>
        <p:txBody>
          <a:bodyPr tIns="0" bIns="0"/>
          <a:lstStyle>
            <a:lvl1pPr algn="l">
              <a:lnSpc>
                <a:spcPct val="100000"/>
              </a:lnSpc>
              <a:defRPr sz="3600">
                <a:solidFill>
                  <a:schemeClr val="accent6"/>
                </a:solidFill>
              </a:defRPr>
            </a:lvl1pPr>
          </a:lstStyle>
          <a:p>
            <a:r>
              <a:rPr lang="en-US" dirty="0"/>
              <a:t>Click to add title</a:t>
            </a:r>
          </a:p>
        </p:txBody>
      </p:sp>
      <p:sp>
        <p:nvSpPr>
          <p:cNvPr id="4" name="Text Placeholder 54">
            <a:extLst>
              <a:ext uri="{FF2B5EF4-FFF2-40B4-BE49-F238E27FC236}">
                <a16:creationId xmlns:a16="http://schemas.microsoft.com/office/drawing/2014/main" id="{A0AEB4DF-13C8-8171-2BDB-FD1AD542E783}"/>
              </a:ext>
            </a:extLst>
          </p:cNvPr>
          <p:cNvSpPr>
            <a:spLocks noGrp="1"/>
          </p:cNvSpPr>
          <p:nvPr>
            <p:ph type="body" sz="quarter" idx="13" hasCustomPrompt="1"/>
          </p:nvPr>
        </p:nvSpPr>
        <p:spPr>
          <a:xfrm>
            <a:off x="1550564" y="2331958"/>
            <a:ext cx="2975217" cy="3704266"/>
          </a:xfrm>
        </p:spPr>
        <p:txBody>
          <a:bodyPr lIns="91440" tIns="0" rIns="91440" bIns="0" anchor="t" anchorCtr="0">
            <a:noAutofit/>
          </a:bodyPr>
          <a:lstStyle>
            <a:lvl1pPr marL="0" indent="0">
              <a:lnSpc>
                <a:spcPct val="100000"/>
              </a:lnSpc>
              <a:spcBef>
                <a:spcPts val="0"/>
              </a:spcBef>
              <a:spcAft>
                <a:spcPts val="1200"/>
              </a:spcAft>
              <a:buFont typeface="Arial" panose="020B0604020202020204" pitchFamily="34" charset="0"/>
              <a:buNone/>
              <a:defRPr sz="1800"/>
            </a:lvl1pPr>
          </a:lstStyle>
          <a:p>
            <a:r>
              <a:rPr lang="en-US" dirty="0"/>
              <a:t>Click to add subtitle</a:t>
            </a:r>
          </a:p>
        </p:txBody>
      </p:sp>
      <p:sp>
        <p:nvSpPr>
          <p:cNvPr id="9" name="Content Placeholder 2">
            <a:extLst>
              <a:ext uri="{FF2B5EF4-FFF2-40B4-BE49-F238E27FC236}">
                <a16:creationId xmlns:a16="http://schemas.microsoft.com/office/drawing/2014/main" id="{42134EBA-AF32-9F8A-370F-0D3E842F0397}"/>
              </a:ext>
            </a:extLst>
          </p:cNvPr>
          <p:cNvSpPr>
            <a:spLocks noGrp="1"/>
          </p:cNvSpPr>
          <p:nvPr>
            <p:ph sz="half" idx="1" hasCustomPrompt="1"/>
          </p:nvPr>
        </p:nvSpPr>
        <p:spPr>
          <a:xfrm>
            <a:off x="5087154" y="2331791"/>
            <a:ext cx="6345893" cy="3721817"/>
          </a:xfrm>
        </p:spPr>
        <p:txBody>
          <a:bodyPr lIns="91440" rIns="91440">
            <a:normAutofit/>
          </a:bodyPr>
          <a:lstStyle>
            <a:lvl1pPr>
              <a:defRPr sz="1800"/>
            </a:lvl1pPr>
            <a:lvl2pPr>
              <a:defRPr sz="1800"/>
            </a:lvl2pPr>
            <a:lvl3pPr>
              <a:defRPr sz="1800"/>
            </a:lvl3pPr>
            <a:lvl4pPr>
              <a:defRPr sz="1800"/>
            </a:lvl4pPr>
            <a:lvl5pPr>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Slide Number Placeholder 2">
            <a:extLst>
              <a:ext uri="{FF2B5EF4-FFF2-40B4-BE49-F238E27FC236}">
                <a16:creationId xmlns:a16="http://schemas.microsoft.com/office/drawing/2014/main" id="{AE99A73D-155B-A133-9671-506F54A0559A}"/>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203958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ummary 3">
    <p:spTree>
      <p:nvGrpSpPr>
        <p:cNvPr id="1" name=""/>
        <p:cNvGrpSpPr/>
        <p:nvPr/>
      </p:nvGrpSpPr>
      <p:grpSpPr>
        <a:xfrm>
          <a:off x="0" y="0"/>
          <a:ext cx="0" cy="0"/>
          <a:chOff x="0" y="0"/>
          <a:chExt cx="0" cy="0"/>
        </a:xfrm>
      </p:grpSpPr>
      <p:pic>
        <p:nvPicPr>
          <p:cNvPr id="29" name="Graphic 28">
            <a:extLst>
              <a:ext uri="{FF2B5EF4-FFF2-40B4-BE49-F238E27FC236}">
                <a16:creationId xmlns:a16="http://schemas.microsoft.com/office/drawing/2014/main" id="{D5595DD5-43B0-252F-8BC6-6B74340C5BCF}"/>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t="7193"/>
          <a:stretch/>
        </p:blipFill>
        <p:spPr>
          <a:xfrm>
            <a:off x="1" y="-1"/>
            <a:ext cx="443344" cy="6856025"/>
          </a:xfrm>
          <a:custGeom>
            <a:avLst/>
            <a:gdLst>
              <a:gd name="connsiteX0" fmla="*/ 0 w 1734410"/>
              <a:gd name="connsiteY0" fmla="*/ 0 h 4795637"/>
              <a:gd name="connsiteX1" fmla="*/ 1734410 w 1734410"/>
              <a:gd name="connsiteY1" fmla="*/ 0 h 4795637"/>
              <a:gd name="connsiteX2" fmla="*/ 1734410 w 1734410"/>
              <a:gd name="connsiteY2" fmla="*/ 4795637 h 4795637"/>
              <a:gd name="connsiteX3" fmla="*/ 0 w 1734410"/>
              <a:gd name="connsiteY3" fmla="*/ 4795637 h 4795637"/>
            </a:gdLst>
            <a:ahLst/>
            <a:cxnLst>
              <a:cxn ang="0">
                <a:pos x="connsiteX0" y="connsiteY0"/>
              </a:cxn>
              <a:cxn ang="0">
                <a:pos x="connsiteX1" y="connsiteY1"/>
              </a:cxn>
              <a:cxn ang="0">
                <a:pos x="connsiteX2" y="connsiteY2"/>
              </a:cxn>
              <a:cxn ang="0">
                <a:pos x="connsiteX3" y="connsiteY3"/>
              </a:cxn>
            </a:cxnLst>
            <a:rect l="l" t="t" r="r" b="b"/>
            <a:pathLst>
              <a:path w="1734410" h="4795637">
                <a:moveTo>
                  <a:pt x="0" y="0"/>
                </a:moveTo>
                <a:lnTo>
                  <a:pt x="1734410" y="0"/>
                </a:lnTo>
                <a:lnTo>
                  <a:pt x="1734410" y="4795637"/>
                </a:lnTo>
                <a:lnTo>
                  <a:pt x="0" y="4795637"/>
                </a:lnTo>
                <a:close/>
              </a:path>
            </a:pathLst>
          </a:custGeom>
        </p:spPr>
      </p:pic>
      <p:sp>
        <p:nvSpPr>
          <p:cNvPr id="2" name="Title 1"/>
          <p:cNvSpPr>
            <a:spLocks noGrp="1"/>
          </p:cNvSpPr>
          <p:nvPr>
            <p:ph type="title" hasCustomPrompt="1"/>
          </p:nvPr>
        </p:nvSpPr>
        <p:spPr>
          <a:xfrm>
            <a:off x="1550564" y="1057274"/>
            <a:ext cx="9875463" cy="999746"/>
          </a:xfrm>
        </p:spPr>
        <p:txBody>
          <a:bodyPr tIns="0" bIns="0">
            <a:noAutofit/>
          </a:bodyPr>
          <a:lstStyle>
            <a:lvl1pPr algn="l">
              <a:lnSpc>
                <a:spcPct val="100000"/>
              </a:lnSpc>
              <a:defRPr sz="3600" b="1"/>
            </a:lvl1pPr>
          </a:lstStyle>
          <a:p>
            <a:r>
              <a:rPr lang="en-US" dirty="0"/>
              <a:t>Click to add title</a:t>
            </a:r>
          </a:p>
        </p:txBody>
      </p:sp>
      <p:sp>
        <p:nvSpPr>
          <p:cNvPr id="49" name="Freeform 48">
            <a:extLst>
              <a:ext uri="{FF2B5EF4-FFF2-40B4-BE49-F238E27FC236}">
                <a16:creationId xmlns:a16="http://schemas.microsoft.com/office/drawing/2014/main" id="{BC3A3767-6C5E-8188-0A49-955BBACE37F0}"/>
              </a:ext>
              <a:ext uri="{C183D7F6-B498-43B3-948B-1728B52AA6E4}">
                <adec:decorative xmlns:adec="http://schemas.microsoft.com/office/drawing/2017/decorative" val="1"/>
              </a:ext>
            </a:extLst>
          </p:cNvPr>
          <p:cNvSpPr/>
          <p:nvPr userDrawn="1"/>
        </p:nvSpPr>
        <p:spPr>
          <a:xfrm flipH="1" flipV="1">
            <a:off x="-3" y="4420134"/>
            <a:ext cx="1293237" cy="2437866"/>
          </a:xfrm>
          <a:custGeom>
            <a:avLst/>
            <a:gdLst>
              <a:gd name="connsiteX0" fmla="*/ 1293237 w 1293237"/>
              <a:gd name="connsiteY0" fmla="*/ 2437866 h 2437866"/>
              <a:gd name="connsiteX1" fmla="*/ 1292465 w 1293237"/>
              <a:gd name="connsiteY1" fmla="*/ 2437373 h 2437866"/>
              <a:gd name="connsiteX2" fmla="*/ 0 w 1293237"/>
              <a:gd name="connsiteY2" fmla="*/ 0 h 2437866"/>
              <a:gd name="connsiteX3" fmla="*/ 1293237 w 1293237"/>
              <a:gd name="connsiteY3" fmla="*/ 0 h 2437866"/>
            </a:gdLst>
            <a:ahLst/>
            <a:cxnLst>
              <a:cxn ang="0">
                <a:pos x="connsiteX0" y="connsiteY0"/>
              </a:cxn>
              <a:cxn ang="0">
                <a:pos x="connsiteX1" y="connsiteY1"/>
              </a:cxn>
              <a:cxn ang="0">
                <a:pos x="connsiteX2" y="connsiteY2"/>
              </a:cxn>
              <a:cxn ang="0">
                <a:pos x="connsiteX3" y="connsiteY3"/>
              </a:cxn>
            </a:cxnLst>
            <a:rect l="l" t="t" r="r" b="b"/>
            <a:pathLst>
              <a:path w="1293237" h="2437866">
                <a:moveTo>
                  <a:pt x="1293237" y="2437866"/>
                </a:moveTo>
                <a:lnTo>
                  <a:pt x="1292465" y="2437373"/>
                </a:lnTo>
                <a:cubicBezTo>
                  <a:pt x="511725" y="1903845"/>
                  <a:pt x="0" y="1011184"/>
                  <a:pt x="0" y="0"/>
                </a:cubicBezTo>
                <a:lnTo>
                  <a:pt x="1293237" y="0"/>
                </a:lnTo>
                <a:close/>
              </a:path>
            </a:pathLst>
          </a:custGeom>
          <a:solidFill>
            <a:schemeClr val="accent1"/>
          </a:solidFill>
          <a:ln w="4763" cap="flat">
            <a:noFill/>
            <a:prstDash val="solid"/>
            <a:miter/>
          </a:ln>
        </p:spPr>
        <p:txBody>
          <a:bodyPr wrap="square" rtlCol="0" anchor="ctr">
            <a:noAutofit/>
          </a:bodyPr>
          <a:lstStyle/>
          <a:p>
            <a:endParaRPr lang="en-US" dirty="0"/>
          </a:p>
        </p:txBody>
      </p:sp>
      <p:sp>
        <p:nvSpPr>
          <p:cNvPr id="16" name="Content Placeholder 3">
            <a:extLst>
              <a:ext uri="{FF2B5EF4-FFF2-40B4-BE49-F238E27FC236}">
                <a16:creationId xmlns:a16="http://schemas.microsoft.com/office/drawing/2014/main" id="{E4BD7F71-D12B-4F27-1505-FF681CF55F73}"/>
              </a:ext>
            </a:extLst>
          </p:cNvPr>
          <p:cNvSpPr>
            <a:spLocks noGrp="1"/>
          </p:cNvSpPr>
          <p:nvPr>
            <p:ph sz="half" idx="2" hasCustomPrompt="1"/>
          </p:nvPr>
        </p:nvSpPr>
        <p:spPr>
          <a:xfrm>
            <a:off x="1550564" y="2303028"/>
            <a:ext cx="5829147" cy="3961593"/>
          </a:xfrm>
        </p:spPr>
        <p:txBody>
          <a:bodyPr lIns="91440" tIns="0" rIns="91440" bIns="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3">
            <a:extLst>
              <a:ext uri="{FF2B5EF4-FFF2-40B4-BE49-F238E27FC236}">
                <a16:creationId xmlns:a16="http://schemas.microsoft.com/office/drawing/2014/main" id="{FB87C65D-4EF3-18C8-18A8-477F87A37E51}"/>
              </a:ext>
            </a:extLst>
          </p:cNvPr>
          <p:cNvSpPr>
            <a:spLocks noGrp="1"/>
          </p:cNvSpPr>
          <p:nvPr>
            <p:ph sz="half" idx="15" hasCustomPrompt="1"/>
          </p:nvPr>
        </p:nvSpPr>
        <p:spPr>
          <a:xfrm>
            <a:off x="7940842" y="2303028"/>
            <a:ext cx="3485184" cy="3961593"/>
          </a:xfrm>
        </p:spPr>
        <p:txBody>
          <a:bodyPr lIns="91440" tIns="0" rIns="91440" bIns="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7" name="Slide Number Placeholder 2">
            <a:extLst>
              <a:ext uri="{FF2B5EF4-FFF2-40B4-BE49-F238E27FC236}">
                <a16:creationId xmlns:a16="http://schemas.microsoft.com/office/drawing/2014/main" id="{AEFFA34C-885D-E995-D8F9-B4ACFBF3110D}"/>
              </a:ext>
            </a:extLst>
          </p:cNvPr>
          <p:cNvSpPr>
            <a:spLocks noGrp="1"/>
          </p:cNvSpPr>
          <p:nvPr>
            <p:ph type="sldNum" sz="quarter" idx="10"/>
          </p:nvPr>
        </p:nvSpPr>
        <p:spPr>
          <a:xfrm>
            <a:off x="10438475" y="457199"/>
            <a:ext cx="987552" cy="471489"/>
          </a:xfrm>
        </p:spPr>
        <p:txBody>
          <a:bodyPr/>
          <a:lstStyle>
            <a:lvl1pPr>
              <a:defRPr sz="1600">
                <a:latin typeface="+mj-lt"/>
              </a:defRPr>
            </a:lvl1pPr>
          </a:lstStyle>
          <a:p>
            <a:fld id="{48F63A3B-78C7-47BE-AE5E-E10140E04643}" type="slidenum">
              <a:rPr lang="en-US" smtClean="0"/>
              <a:pPr/>
              <a:t>‹#›</a:t>
            </a:fld>
            <a:endParaRPr lang="en-US" dirty="0"/>
          </a:p>
        </p:txBody>
      </p:sp>
      <p:pic>
        <p:nvPicPr>
          <p:cNvPr id="43" name="Graphic 42">
            <a:extLst>
              <a:ext uri="{FF2B5EF4-FFF2-40B4-BE49-F238E27FC236}">
                <a16:creationId xmlns:a16="http://schemas.microsoft.com/office/drawing/2014/main" id="{C6639AD7-128F-B39D-B45F-0F22A2C6D68B}"/>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t="7193"/>
          <a:stretch/>
        </p:blipFill>
        <p:spPr>
          <a:xfrm rot="5400000">
            <a:off x="6072641" y="-5676015"/>
            <a:ext cx="443344" cy="11795374"/>
          </a:xfrm>
          <a:custGeom>
            <a:avLst/>
            <a:gdLst>
              <a:gd name="connsiteX0" fmla="*/ 0 w 1734410"/>
              <a:gd name="connsiteY0" fmla="*/ 0 h 4795637"/>
              <a:gd name="connsiteX1" fmla="*/ 1734410 w 1734410"/>
              <a:gd name="connsiteY1" fmla="*/ 0 h 4795637"/>
              <a:gd name="connsiteX2" fmla="*/ 1734410 w 1734410"/>
              <a:gd name="connsiteY2" fmla="*/ 4795637 h 4795637"/>
              <a:gd name="connsiteX3" fmla="*/ 0 w 1734410"/>
              <a:gd name="connsiteY3" fmla="*/ 4795637 h 4795637"/>
            </a:gdLst>
            <a:ahLst/>
            <a:cxnLst>
              <a:cxn ang="0">
                <a:pos x="connsiteX0" y="connsiteY0"/>
              </a:cxn>
              <a:cxn ang="0">
                <a:pos x="connsiteX1" y="connsiteY1"/>
              </a:cxn>
              <a:cxn ang="0">
                <a:pos x="connsiteX2" y="connsiteY2"/>
              </a:cxn>
              <a:cxn ang="0">
                <a:pos x="connsiteX3" y="connsiteY3"/>
              </a:cxn>
            </a:cxnLst>
            <a:rect l="l" t="t" r="r" b="b"/>
            <a:pathLst>
              <a:path w="1734410" h="4795637">
                <a:moveTo>
                  <a:pt x="0" y="0"/>
                </a:moveTo>
                <a:lnTo>
                  <a:pt x="1734410" y="0"/>
                </a:lnTo>
                <a:lnTo>
                  <a:pt x="1734410" y="4795637"/>
                </a:lnTo>
                <a:lnTo>
                  <a:pt x="0" y="4795637"/>
                </a:lnTo>
                <a:close/>
              </a:path>
            </a:pathLst>
          </a:custGeom>
        </p:spPr>
      </p:pic>
      <p:pic>
        <p:nvPicPr>
          <p:cNvPr id="54" name="Graphic 53">
            <a:extLst>
              <a:ext uri="{FF2B5EF4-FFF2-40B4-BE49-F238E27FC236}">
                <a16:creationId xmlns:a16="http://schemas.microsoft.com/office/drawing/2014/main" id="{48479A23-C29C-C711-510C-05B69B882268}"/>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t="11443" r="10857"/>
          <a:stretch/>
        </p:blipFill>
        <p:spPr>
          <a:xfrm rot="16200000">
            <a:off x="-6447" y="6444"/>
            <a:ext cx="1961253" cy="1948364"/>
          </a:xfrm>
          <a:custGeom>
            <a:avLst/>
            <a:gdLst>
              <a:gd name="connsiteX0" fmla="*/ 1961253 w 1961253"/>
              <a:gd name="connsiteY0" fmla="*/ 0 h 1948364"/>
              <a:gd name="connsiteX1" fmla="*/ 1961253 w 1961253"/>
              <a:gd name="connsiteY1" fmla="*/ 1948364 h 1948364"/>
              <a:gd name="connsiteX2" fmla="*/ 0 w 1961253"/>
              <a:gd name="connsiteY2" fmla="*/ 1948364 h 1948364"/>
              <a:gd name="connsiteX3" fmla="*/ 0 w 1961253"/>
              <a:gd name="connsiteY3" fmla="*/ 0 h 1948364"/>
            </a:gdLst>
            <a:ahLst/>
            <a:cxnLst>
              <a:cxn ang="0">
                <a:pos x="connsiteX0" y="connsiteY0"/>
              </a:cxn>
              <a:cxn ang="0">
                <a:pos x="connsiteX1" y="connsiteY1"/>
              </a:cxn>
              <a:cxn ang="0">
                <a:pos x="connsiteX2" y="connsiteY2"/>
              </a:cxn>
              <a:cxn ang="0">
                <a:pos x="connsiteX3" y="connsiteY3"/>
              </a:cxn>
            </a:cxnLst>
            <a:rect l="l" t="t" r="r" b="b"/>
            <a:pathLst>
              <a:path w="1961253" h="1948364">
                <a:moveTo>
                  <a:pt x="1961253" y="0"/>
                </a:moveTo>
                <a:lnTo>
                  <a:pt x="1961253" y="1948364"/>
                </a:lnTo>
                <a:lnTo>
                  <a:pt x="0" y="1948364"/>
                </a:lnTo>
                <a:lnTo>
                  <a:pt x="0" y="0"/>
                </a:lnTo>
                <a:close/>
              </a:path>
            </a:pathLst>
          </a:custGeom>
        </p:spPr>
      </p:pic>
      <p:sp>
        <p:nvSpPr>
          <p:cNvPr id="7" name="Image 2">
            <a:extLst>
              <a:ext uri="{FF2B5EF4-FFF2-40B4-BE49-F238E27FC236}">
                <a16:creationId xmlns:a16="http://schemas.microsoft.com/office/drawing/2014/main" id="{F3DC42FA-4B8F-2EFC-CAB4-1CCAB93BEB7B}"/>
              </a:ext>
              <a:ext uri="{C183D7F6-B498-43B3-948B-1728B52AA6E4}">
                <adec:decorative xmlns:adec="http://schemas.microsoft.com/office/drawing/2017/decorative" val="1"/>
              </a:ext>
            </a:extLst>
          </p:cNvPr>
          <p:cNvSpPr/>
          <p:nvPr userDrawn="1"/>
        </p:nvSpPr>
        <p:spPr>
          <a:xfrm>
            <a:off x="396626" y="4929577"/>
            <a:ext cx="775021" cy="775021"/>
          </a:xfrm>
          <a:custGeom>
            <a:avLst/>
            <a:gdLst>
              <a:gd name="connsiteX0" fmla="*/ 387511 w 775021"/>
              <a:gd name="connsiteY0" fmla="*/ 775021 h 775021"/>
              <a:gd name="connsiteX1" fmla="*/ 775021 w 775021"/>
              <a:gd name="connsiteY1" fmla="*/ 387511 h 775021"/>
              <a:gd name="connsiteX2" fmla="*/ 387511 w 775021"/>
              <a:gd name="connsiteY2" fmla="*/ 0 h 775021"/>
              <a:gd name="connsiteX3" fmla="*/ 0 w 775021"/>
              <a:gd name="connsiteY3" fmla="*/ 387511 h 775021"/>
              <a:gd name="connsiteX4" fmla="*/ 387511 w 775021"/>
              <a:gd name="connsiteY4" fmla="*/ 775021 h 775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021" h="775021">
                <a:moveTo>
                  <a:pt x="387511" y="775021"/>
                </a:moveTo>
                <a:cubicBezTo>
                  <a:pt x="601527" y="775021"/>
                  <a:pt x="775021" y="601527"/>
                  <a:pt x="775021" y="387511"/>
                </a:cubicBezTo>
                <a:cubicBezTo>
                  <a:pt x="775021" y="173494"/>
                  <a:pt x="601527" y="0"/>
                  <a:pt x="387511" y="0"/>
                </a:cubicBezTo>
                <a:cubicBezTo>
                  <a:pt x="173494" y="0"/>
                  <a:pt x="0" y="173494"/>
                  <a:pt x="0" y="387511"/>
                </a:cubicBezTo>
                <a:cubicBezTo>
                  <a:pt x="0" y="601527"/>
                  <a:pt x="173494" y="775021"/>
                  <a:pt x="387511" y="775021"/>
                </a:cubicBezTo>
                <a:close/>
              </a:path>
            </a:pathLst>
          </a:custGeom>
          <a:solidFill>
            <a:schemeClr val="accent6"/>
          </a:solidFill>
          <a:ln w="3801" cap="flat">
            <a:noFill/>
            <a:prstDash val="solid"/>
            <a:miter/>
          </a:ln>
        </p:spPr>
        <p:txBody>
          <a:bodyPr rtlCol="0" anchor="ctr"/>
          <a:lstStyle/>
          <a:p>
            <a:endParaRPr lang="en-US" dirty="0"/>
          </a:p>
        </p:txBody>
      </p:sp>
    </p:spTree>
    <p:extLst>
      <p:ext uri="{BB962C8B-B14F-4D97-AF65-F5344CB8AC3E}">
        <p14:creationId xmlns:p14="http://schemas.microsoft.com/office/powerpoint/2010/main" val="2586650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76CF4B8-1811-BD21-43A7-560AC4724F3B}"/>
              </a:ext>
              <a:ext uri="{C183D7F6-B498-43B3-948B-1728B52AA6E4}">
                <adec:decorative xmlns:adec="http://schemas.microsoft.com/office/drawing/2017/decorative" val="1"/>
              </a:ext>
            </a:extLst>
          </p:cNvPr>
          <p:cNvSpPr/>
          <p:nvPr userDrawn="1"/>
        </p:nvSpPr>
        <p:spPr>
          <a:xfrm>
            <a:off x="-24064" y="0"/>
            <a:ext cx="12216063" cy="34671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450" dirty="0"/>
          </a:p>
        </p:txBody>
      </p:sp>
      <p:sp>
        <p:nvSpPr>
          <p:cNvPr id="34" name="Rectangle 33">
            <a:extLst>
              <a:ext uri="{FF2B5EF4-FFF2-40B4-BE49-F238E27FC236}">
                <a16:creationId xmlns:a16="http://schemas.microsoft.com/office/drawing/2014/main" id="{30B7B4F0-D3BC-63DF-6429-F771BE5A3270}"/>
              </a:ext>
              <a:ext uri="{C183D7F6-B498-43B3-948B-1728B52AA6E4}">
                <adec:decorative xmlns:adec="http://schemas.microsoft.com/office/drawing/2017/decorative" val="1"/>
              </a:ext>
            </a:extLst>
          </p:cNvPr>
          <p:cNvSpPr/>
          <p:nvPr userDrawn="1"/>
        </p:nvSpPr>
        <p:spPr>
          <a:xfrm>
            <a:off x="443346" y="420493"/>
            <a:ext cx="11305309" cy="60267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 name="Title 1">
            <a:extLst>
              <a:ext uri="{FF2B5EF4-FFF2-40B4-BE49-F238E27FC236}">
                <a16:creationId xmlns:a16="http://schemas.microsoft.com/office/drawing/2014/main" id="{A65C6DDD-D2BB-0153-0F53-9F7C17BDFD2B}"/>
              </a:ext>
            </a:extLst>
          </p:cNvPr>
          <p:cNvSpPr>
            <a:spLocks noGrp="1"/>
          </p:cNvSpPr>
          <p:nvPr>
            <p:ph type="title" hasCustomPrompt="1"/>
          </p:nvPr>
        </p:nvSpPr>
        <p:spPr>
          <a:xfrm>
            <a:off x="914400" y="1057274"/>
            <a:ext cx="10511627" cy="1012785"/>
          </a:xfrm>
        </p:spPr>
        <p:txBody>
          <a:bodyPr tIns="0" bIns="0"/>
          <a:lstStyle>
            <a:lvl1pPr algn="ctr">
              <a:lnSpc>
                <a:spcPct val="100000"/>
              </a:lnSpc>
              <a:defRPr sz="3600">
                <a:solidFill>
                  <a:schemeClr val="accent6"/>
                </a:solidFill>
              </a:defRPr>
            </a:lvl1pPr>
          </a:lstStyle>
          <a:p>
            <a:r>
              <a:rPr lang="en-US" dirty="0"/>
              <a:t>Click to add title</a:t>
            </a:r>
          </a:p>
        </p:txBody>
      </p:sp>
      <p:sp>
        <p:nvSpPr>
          <p:cNvPr id="14" name="Content Placeholder 5">
            <a:extLst>
              <a:ext uri="{FF2B5EF4-FFF2-40B4-BE49-F238E27FC236}">
                <a16:creationId xmlns:a16="http://schemas.microsoft.com/office/drawing/2014/main" id="{4D6DED8E-165F-59D7-F01C-4EF0446E5FC0}"/>
              </a:ext>
            </a:extLst>
          </p:cNvPr>
          <p:cNvSpPr>
            <a:spLocks noGrp="1"/>
          </p:cNvSpPr>
          <p:nvPr userDrawn="1">
            <p:ph sz="quarter" idx="4" hasCustomPrompt="1"/>
          </p:nvPr>
        </p:nvSpPr>
        <p:spPr>
          <a:xfrm>
            <a:off x="914400" y="2316067"/>
            <a:ext cx="10511627" cy="3948557"/>
          </a:xfrm>
        </p:spPr>
        <p:txBody>
          <a:bodyPr lIns="91440" tIns="91440" rIns="91440" bIns="91440">
            <a:normAutofit/>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Slide Number Placeholder 2">
            <a:extLst>
              <a:ext uri="{FF2B5EF4-FFF2-40B4-BE49-F238E27FC236}">
                <a16:creationId xmlns:a16="http://schemas.microsoft.com/office/drawing/2014/main" id="{2933FDAB-13EE-5F9F-5DFC-A5A60BC63623}"/>
              </a:ext>
            </a:extLst>
          </p:cNvPr>
          <p:cNvSpPr>
            <a:spLocks noGrp="1"/>
          </p:cNvSpPr>
          <p:nvPr>
            <p:ph type="sldNum" sz="quarter" idx="10"/>
          </p:nvPr>
        </p:nvSpPr>
        <p:spPr>
          <a:xfrm>
            <a:off x="10358437" y="457199"/>
            <a:ext cx="1067589" cy="471489"/>
          </a:xfrm>
        </p:spPr>
        <p:txBody>
          <a:bodyPr/>
          <a:lstStyle>
            <a:lvl1pPr>
              <a:defRPr sz="1600">
                <a:latin typeface="+mj-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7675081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6"/>
        </a:solidFill>
        <a:effectLst/>
      </p:bgPr>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AEF1F750-031C-BDB7-BD7B-9CBE17406FDB}"/>
              </a:ext>
              <a:ext uri="{C183D7F6-B498-43B3-948B-1728B52AA6E4}">
                <adec:decorative xmlns:adec="http://schemas.microsoft.com/office/drawing/2017/decorative" val="1"/>
              </a:ext>
            </a:extLst>
          </p:cNvPr>
          <p:cNvSpPr/>
          <p:nvPr userDrawn="1"/>
        </p:nvSpPr>
        <p:spPr>
          <a:xfrm>
            <a:off x="0" y="0"/>
            <a:ext cx="8948738" cy="6858000"/>
          </a:xfrm>
          <a:custGeom>
            <a:avLst/>
            <a:gdLst>
              <a:gd name="connsiteX0" fmla="*/ 0 w 8948738"/>
              <a:gd name="connsiteY0" fmla="*/ 0 h 6858000"/>
              <a:gd name="connsiteX1" fmla="*/ 5932941 w 8948738"/>
              <a:gd name="connsiteY1" fmla="*/ 0 h 6858000"/>
              <a:gd name="connsiteX2" fmla="*/ 6047310 w 8948738"/>
              <a:gd name="connsiteY2" fmla="*/ 14613 h 6858000"/>
              <a:gd name="connsiteX3" fmla="*/ 8948738 w 8948738"/>
              <a:gd name="connsiteY3" fmla="*/ 3416480 h 6858000"/>
              <a:gd name="connsiteX4" fmla="*/ 5702202 w 8948738"/>
              <a:gd name="connsiteY4" fmla="*/ 6853523 h 6858000"/>
              <a:gd name="connsiteX5" fmla="*/ 5526113 w 8948738"/>
              <a:gd name="connsiteY5" fmla="*/ 6858000 h 6858000"/>
              <a:gd name="connsiteX6" fmla="*/ 0 w 8948738"/>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48738" h="6858000">
                <a:moveTo>
                  <a:pt x="0" y="0"/>
                </a:moveTo>
                <a:lnTo>
                  <a:pt x="5932941" y="0"/>
                </a:lnTo>
                <a:lnTo>
                  <a:pt x="6047310" y="14613"/>
                </a:lnTo>
                <a:cubicBezTo>
                  <a:pt x="7690210" y="267026"/>
                  <a:pt x="8948738" y="1693971"/>
                  <a:pt x="8948738" y="3416480"/>
                </a:cubicBezTo>
                <a:cubicBezTo>
                  <a:pt x="8948738" y="5257788"/>
                  <a:pt x="7510634" y="6761349"/>
                  <a:pt x="5702202" y="6853523"/>
                </a:cubicBezTo>
                <a:lnTo>
                  <a:pt x="5526113" y="6858000"/>
                </a:lnTo>
                <a:lnTo>
                  <a:pt x="0" y="6858000"/>
                </a:lnTo>
                <a:close/>
              </a:path>
            </a:pathLst>
          </a:custGeom>
          <a:solidFill>
            <a:schemeClr val="bg1"/>
          </a:solidFill>
          <a:ln w="476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9" name="Freeform: Shape 18">
            <a:extLst>
              <a:ext uri="{FF2B5EF4-FFF2-40B4-BE49-F238E27FC236}">
                <a16:creationId xmlns:a16="http://schemas.microsoft.com/office/drawing/2014/main" id="{FEB515B5-2D9F-58E1-6E3C-CCBF105D891E}"/>
              </a:ext>
              <a:ext uri="{C183D7F6-B498-43B3-948B-1728B52AA6E4}">
                <adec:decorative xmlns:adec="http://schemas.microsoft.com/office/drawing/2017/decorative" val="1"/>
              </a:ext>
            </a:extLst>
          </p:cNvPr>
          <p:cNvSpPr/>
          <p:nvPr userDrawn="1"/>
        </p:nvSpPr>
        <p:spPr>
          <a:xfrm>
            <a:off x="7527501" y="0"/>
            <a:ext cx="4671276" cy="6857999"/>
          </a:xfrm>
          <a:custGeom>
            <a:avLst/>
            <a:gdLst>
              <a:gd name="connsiteX0" fmla="*/ 3416476 w 4653374"/>
              <a:gd name="connsiteY0" fmla="*/ 0 h 6831717"/>
              <a:gd name="connsiteX1" fmla="*/ 4653374 w 4653374"/>
              <a:gd name="connsiteY1" fmla="*/ 0 h 6831717"/>
              <a:gd name="connsiteX2" fmla="*/ 4653374 w 4653374"/>
              <a:gd name="connsiteY2" fmla="*/ 6831717 h 6831717"/>
              <a:gd name="connsiteX3" fmla="*/ 3416476 w 4653374"/>
              <a:gd name="connsiteY3" fmla="*/ 6831717 h 6831717"/>
              <a:gd name="connsiteX4" fmla="*/ 0 w 4653374"/>
              <a:gd name="connsiteY4" fmla="*/ 3415863 h 6831717"/>
              <a:gd name="connsiteX5" fmla="*/ 3416476 w 4653374"/>
              <a:gd name="connsiteY5" fmla="*/ 0 h 6831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53374" h="6831717">
                <a:moveTo>
                  <a:pt x="3416476" y="0"/>
                </a:moveTo>
                <a:lnTo>
                  <a:pt x="4653374" y="0"/>
                </a:lnTo>
                <a:lnTo>
                  <a:pt x="4653374" y="6831717"/>
                </a:lnTo>
                <a:lnTo>
                  <a:pt x="3416476" y="6831717"/>
                </a:lnTo>
                <a:cubicBezTo>
                  <a:pt x="1529612" y="6831717"/>
                  <a:pt x="0" y="5302406"/>
                  <a:pt x="0" y="3415863"/>
                </a:cubicBezTo>
                <a:cubicBezTo>
                  <a:pt x="0" y="1529335"/>
                  <a:pt x="1529607" y="0"/>
                  <a:pt x="3416476" y="0"/>
                </a:cubicBezTo>
                <a:close/>
              </a:path>
            </a:pathLst>
          </a:custGeom>
          <a:solidFill>
            <a:schemeClr val="accent1"/>
          </a:solidFill>
          <a:ln w="4777" cap="flat">
            <a:noFill/>
            <a:prstDash val="solid"/>
            <a:miter/>
          </a:ln>
        </p:spPr>
        <p:txBody>
          <a:bodyPr rtlCol="0" anchor="ctr"/>
          <a:lstStyle/>
          <a:p>
            <a:endParaRPr lang="en-US" dirty="0"/>
          </a:p>
        </p:txBody>
      </p:sp>
      <p:pic>
        <p:nvPicPr>
          <p:cNvPr id="9" name="Image 2">
            <a:extLst>
              <a:ext uri="{FF2B5EF4-FFF2-40B4-BE49-F238E27FC236}">
                <a16:creationId xmlns:a16="http://schemas.microsoft.com/office/drawing/2014/main" id="{5CCFEDF9-5B69-87BA-8A33-35033DA4013F}"/>
              </a:ext>
              <a:ext uri="{C183D7F6-B498-43B3-948B-1728B52AA6E4}">
                <adec:decorative xmlns:adec="http://schemas.microsoft.com/office/drawing/2017/decorative" val="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8766586" y="0"/>
            <a:ext cx="3432191" cy="3432191"/>
          </a:xfrm>
          <a:prstGeom prst="rect">
            <a:avLst/>
          </a:prstGeom>
        </p:spPr>
      </p:pic>
      <p:sp>
        <p:nvSpPr>
          <p:cNvPr id="2" name="Title 1"/>
          <p:cNvSpPr>
            <a:spLocks noGrp="1"/>
          </p:cNvSpPr>
          <p:nvPr>
            <p:ph type="ctrTitle" hasCustomPrompt="1"/>
          </p:nvPr>
        </p:nvSpPr>
        <p:spPr>
          <a:xfrm>
            <a:off x="914401" y="849782"/>
            <a:ext cx="5715000" cy="2727709"/>
          </a:xfrm>
        </p:spPr>
        <p:txBody>
          <a:bodyPr tIns="0" bIns="0" anchor="b" anchorCtr="0">
            <a:noAutofit/>
          </a:bodyPr>
          <a:lstStyle>
            <a:lvl1pPr algn="l">
              <a:lnSpc>
                <a:spcPct val="100000"/>
              </a:lnSpc>
              <a:defRPr sz="3600"/>
            </a:lvl1pPr>
          </a:lstStyle>
          <a:p>
            <a:r>
              <a:rPr lang="en-US" dirty="0"/>
              <a:t>Click to add title</a:t>
            </a:r>
          </a:p>
        </p:txBody>
      </p:sp>
      <p:sp>
        <p:nvSpPr>
          <p:cNvPr id="6" name="Subtitle 2">
            <a:extLst>
              <a:ext uri="{FF2B5EF4-FFF2-40B4-BE49-F238E27FC236}">
                <a16:creationId xmlns:a16="http://schemas.microsoft.com/office/drawing/2014/main" id="{86F10CB4-CF79-A942-DA9C-04CBB7C89DC3}"/>
              </a:ext>
            </a:extLst>
          </p:cNvPr>
          <p:cNvSpPr>
            <a:spLocks noGrp="1"/>
          </p:cNvSpPr>
          <p:nvPr>
            <p:ph type="subTitle" idx="1" hasCustomPrompt="1"/>
          </p:nvPr>
        </p:nvSpPr>
        <p:spPr>
          <a:xfrm>
            <a:off x="914401" y="3813606"/>
            <a:ext cx="5715000" cy="2234642"/>
          </a:xfrm>
        </p:spPr>
        <p:txBody>
          <a:bodyPr lIns="91440" tIns="0" rIns="91440" bIns="0" anchor="t" anchorCtr="0">
            <a:normAutofit/>
          </a:bodyPr>
          <a:lstStyle>
            <a:lvl1pPr marL="0" indent="0" algn="l">
              <a:spcBef>
                <a:spcPts val="576"/>
              </a:spcBef>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23728988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2C6B5F91-ABF5-D0B6-E43F-40CEDC3A6DF8}"/>
              </a:ext>
              <a:ext uri="{C183D7F6-B498-43B3-948B-1728B52AA6E4}">
                <adec:decorative xmlns:adec="http://schemas.microsoft.com/office/drawing/2017/decorative" val="1"/>
              </a:ext>
            </a:extLst>
          </p:cNvPr>
          <p:cNvSpPr/>
          <p:nvPr userDrawn="1"/>
        </p:nvSpPr>
        <p:spPr>
          <a:xfrm>
            <a:off x="1" y="0"/>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9" name="Freeform: Shape 8">
            <a:extLst>
              <a:ext uri="{FF2B5EF4-FFF2-40B4-BE49-F238E27FC236}">
                <a16:creationId xmlns:a16="http://schemas.microsoft.com/office/drawing/2014/main" id="{A52D64F1-27B6-A1E5-4F44-A6029FAB307B}"/>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title" hasCustomPrompt="1"/>
          </p:nvPr>
        </p:nvSpPr>
        <p:spPr/>
        <p:txBody>
          <a:bodyPr anchor="ctr" anchorCtr="0"/>
          <a:lstStyle/>
          <a:p>
            <a:r>
              <a:rPr lang="en-US" dirty="0"/>
              <a:t>Click to add title</a:t>
            </a:r>
          </a:p>
        </p:txBody>
      </p:sp>
      <p:sp>
        <p:nvSpPr>
          <p:cNvPr id="5" name="Slide Number Placeholder 4"/>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0718684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A626DE4B-D4E5-B36A-89FA-7C0E87AFC31D}"/>
              </a:ext>
              <a:ext uri="{C183D7F6-B498-43B3-948B-1728B52AA6E4}">
                <adec:decorative xmlns:adec="http://schemas.microsoft.com/office/drawing/2017/decorative" val="1"/>
              </a:ext>
            </a:extLst>
          </p:cNvPr>
          <p:cNvSpPr/>
          <p:nvPr userDrawn="1"/>
        </p:nvSpPr>
        <p:spPr>
          <a:xfrm>
            <a:off x="1" y="0"/>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Freeform: Shape 7">
            <a:extLst>
              <a:ext uri="{FF2B5EF4-FFF2-40B4-BE49-F238E27FC236}">
                <a16:creationId xmlns:a16="http://schemas.microsoft.com/office/drawing/2014/main" id="{95243571-BE64-3777-F992-88FC43A60537}"/>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 name="Slide Number Placeholder 3"/>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15811828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ADFAE2CB-0EAD-E788-FCB7-FB12F6939199}"/>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title" hasCustomPrompt="1"/>
          </p:nvPr>
        </p:nvSpPr>
        <p:spPr>
          <a:xfrm>
            <a:off x="758952" y="758952"/>
            <a:ext cx="3932237" cy="1524662"/>
          </a:xfrm>
        </p:spPr>
        <p:txBody>
          <a:bodyPr anchor="b"/>
          <a:lstStyle>
            <a:lvl1pPr>
              <a:lnSpc>
                <a:spcPct val="100000"/>
              </a:lnSpc>
              <a:defRPr sz="3200"/>
            </a:lvl1pPr>
          </a:lstStyle>
          <a:p>
            <a:r>
              <a:rPr lang="en-US" dirty="0"/>
              <a:t>Click to add title</a:t>
            </a:r>
          </a:p>
        </p:txBody>
      </p:sp>
      <p:sp>
        <p:nvSpPr>
          <p:cNvPr id="7" name="Slide Number Placeholder 6"/>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
        <p:nvSpPr>
          <p:cNvPr id="4" name="Text Placeholder 3"/>
          <p:cNvSpPr>
            <a:spLocks noGrp="1"/>
          </p:cNvSpPr>
          <p:nvPr>
            <p:ph type="body" sz="half" idx="2" hasCustomPrompt="1"/>
          </p:nvPr>
        </p:nvSpPr>
        <p:spPr>
          <a:xfrm>
            <a:off x="758952" y="2286000"/>
            <a:ext cx="3932237" cy="356708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 name="Content Placeholder 2"/>
          <p:cNvSpPr>
            <a:spLocks noGrp="1"/>
          </p:cNvSpPr>
          <p:nvPr>
            <p:ph idx="1" hasCustomPrompt="1"/>
          </p:nvPr>
        </p:nvSpPr>
        <p:spPr>
          <a:xfrm>
            <a:off x="5183187" y="741459"/>
            <a:ext cx="6242839" cy="511959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450055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CAA6B609-D718-DB49-892F-7E49376CC913}"/>
              </a:ext>
              <a:ext uri="{C183D7F6-B498-43B3-948B-1728B52AA6E4}">
                <adec:decorative xmlns:adec="http://schemas.microsoft.com/office/drawing/2017/decorative" val="1"/>
              </a:ext>
            </a:extLst>
          </p:cNvPr>
          <p:cNvSpPr/>
          <p:nvPr userDrawn="1"/>
        </p:nvSpPr>
        <p:spPr>
          <a:xfrm flipH="1" flipV="1">
            <a:off x="9949173" y="4755034"/>
            <a:ext cx="2242827" cy="2102966"/>
          </a:xfrm>
          <a:custGeom>
            <a:avLst/>
            <a:gdLst>
              <a:gd name="connsiteX0" fmla="*/ 2220549 w 2242827"/>
              <a:gd name="connsiteY0" fmla="*/ 0 h 2102966"/>
              <a:gd name="connsiteX1" fmla="*/ 2242827 w 2242827"/>
              <a:gd name="connsiteY1" fmla="*/ 0 h 2102966"/>
              <a:gd name="connsiteX2" fmla="*/ 2238641 w 2242827"/>
              <a:gd name="connsiteY2" fmla="*/ 82607 h 2102966"/>
              <a:gd name="connsiteX3" fmla="*/ 1 w 2242827"/>
              <a:gd name="connsiteY3" fmla="*/ 2102966 h 2102966"/>
              <a:gd name="connsiteX4" fmla="*/ 1 w 2242827"/>
              <a:gd name="connsiteY4" fmla="*/ 2080690 h 2102966"/>
              <a:gd name="connsiteX5" fmla="*/ 2216479 w 2242827"/>
              <a:gd name="connsiteY5" fmla="*/ 80336 h 2102966"/>
              <a:gd name="connsiteX6" fmla="*/ 2098030 w 2242827"/>
              <a:gd name="connsiteY6" fmla="*/ 0 h 2102966"/>
              <a:gd name="connsiteX7" fmla="*/ 2120412 w 2242827"/>
              <a:gd name="connsiteY7" fmla="*/ 0 h 2102966"/>
              <a:gd name="connsiteX8" fmla="*/ 2116859 w 2242827"/>
              <a:gd name="connsiteY8" fmla="*/ 70117 h 2102966"/>
              <a:gd name="connsiteX9" fmla="*/ 1 w 2242827"/>
              <a:gd name="connsiteY9" fmla="*/ 1980571 h 2102966"/>
              <a:gd name="connsiteX10" fmla="*/ 1 w 2242827"/>
              <a:gd name="connsiteY10" fmla="*/ 1958295 h 2102966"/>
              <a:gd name="connsiteX11" fmla="*/ 2094588 w 2242827"/>
              <a:gd name="connsiteY11" fmla="*/ 67938 h 2102966"/>
              <a:gd name="connsiteX12" fmla="*/ 1975608 w 2242827"/>
              <a:gd name="connsiteY12" fmla="*/ 0 h 2102966"/>
              <a:gd name="connsiteX13" fmla="*/ 1997887 w 2242827"/>
              <a:gd name="connsiteY13" fmla="*/ 0 h 2102966"/>
              <a:gd name="connsiteX14" fmla="*/ 1994968 w 2242827"/>
              <a:gd name="connsiteY14" fmla="*/ 57611 h 2102966"/>
              <a:gd name="connsiteX15" fmla="*/ 1 w 2242827"/>
              <a:gd name="connsiteY15" fmla="*/ 1858047 h 2102966"/>
              <a:gd name="connsiteX16" fmla="*/ 1 w 2242827"/>
              <a:gd name="connsiteY16" fmla="*/ 1835771 h 2102966"/>
              <a:gd name="connsiteX17" fmla="*/ 1972805 w 2242827"/>
              <a:gd name="connsiteY17" fmla="*/ 55322 h 2102966"/>
              <a:gd name="connsiteX18" fmla="*/ 1853193 w 2242827"/>
              <a:gd name="connsiteY18" fmla="*/ 0 h 2102966"/>
              <a:gd name="connsiteX19" fmla="*/ 1875472 w 2242827"/>
              <a:gd name="connsiteY19" fmla="*/ 0 h 2102966"/>
              <a:gd name="connsiteX20" fmla="*/ 1873186 w 2242827"/>
              <a:gd name="connsiteY20" fmla="*/ 45119 h 2102966"/>
              <a:gd name="connsiteX21" fmla="*/ 0 w 2242827"/>
              <a:gd name="connsiteY21" fmla="*/ 1735650 h 2102966"/>
              <a:gd name="connsiteX22" fmla="*/ 0 w 2242827"/>
              <a:gd name="connsiteY22" fmla="*/ 1713374 h 2102966"/>
              <a:gd name="connsiteX23" fmla="*/ 1851022 w 2242827"/>
              <a:gd name="connsiteY23" fmla="*/ 42848 h 2102966"/>
              <a:gd name="connsiteX24" fmla="*/ 1730668 w 2242827"/>
              <a:gd name="connsiteY24" fmla="*/ 0 h 2102966"/>
              <a:gd name="connsiteX25" fmla="*/ 1753056 w 2242827"/>
              <a:gd name="connsiteY25" fmla="*/ 0 h 2102966"/>
              <a:gd name="connsiteX26" fmla="*/ 1751404 w 2242827"/>
              <a:gd name="connsiteY26" fmla="*/ 32610 h 2102966"/>
              <a:gd name="connsiteX27" fmla="*/ 0 w 2242827"/>
              <a:gd name="connsiteY27" fmla="*/ 1613232 h 2102966"/>
              <a:gd name="connsiteX28" fmla="*/ 0 w 2242827"/>
              <a:gd name="connsiteY28" fmla="*/ 1590961 h 2102966"/>
              <a:gd name="connsiteX29" fmla="*/ 1729127 w 2242827"/>
              <a:gd name="connsiteY29" fmla="*/ 30432 h 2102966"/>
              <a:gd name="connsiteX30" fmla="*/ 1608247 w 2242827"/>
              <a:gd name="connsiteY30" fmla="*/ 0 h 2102966"/>
              <a:gd name="connsiteX31" fmla="*/ 1630525 w 2242827"/>
              <a:gd name="connsiteY31" fmla="*/ 0 h 2102966"/>
              <a:gd name="connsiteX32" fmla="*/ 1629507 w 2242827"/>
              <a:gd name="connsiteY32" fmla="*/ 20086 h 2102966"/>
              <a:gd name="connsiteX33" fmla="*/ 0 w 2242827"/>
              <a:gd name="connsiteY33" fmla="*/ 1490712 h 2102966"/>
              <a:gd name="connsiteX34" fmla="*/ 0 w 2242827"/>
              <a:gd name="connsiteY34" fmla="*/ 1468436 h 2102966"/>
              <a:gd name="connsiteX35" fmla="*/ 1607345 w 2242827"/>
              <a:gd name="connsiteY35" fmla="*/ 17816 h 2102966"/>
              <a:gd name="connsiteX36" fmla="*/ 1485833 w 2242827"/>
              <a:gd name="connsiteY36" fmla="*/ 0 h 2102966"/>
              <a:gd name="connsiteX37" fmla="*/ 1508109 w 2242827"/>
              <a:gd name="connsiteY37" fmla="*/ 0 h 2102966"/>
              <a:gd name="connsiteX38" fmla="*/ 1507724 w 2242827"/>
              <a:gd name="connsiteY38" fmla="*/ 7596 h 2102966"/>
              <a:gd name="connsiteX39" fmla="*/ 0 w 2242827"/>
              <a:gd name="connsiteY39" fmla="*/ 1368317 h 2102966"/>
              <a:gd name="connsiteX40" fmla="*/ 0 w 2242827"/>
              <a:gd name="connsiteY40" fmla="*/ 1346041 h 2102966"/>
              <a:gd name="connsiteX41" fmla="*/ 1485563 w 2242827"/>
              <a:gd name="connsiteY41" fmla="*/ 5325 h 2102966"/>
              <a:gd name="connsiteX42" fmla="*/ 1362591 w 2242827"/>
              <a:gd name="connsiteY42" fmla="*/ 0 h 2102966"/>
              <a:gd name="connsiteX43" fmla="*/ 1385194 w 2242827"/>
              <a:gd name="connsiteY43" fmla="*/ 0 h 2102966"/>
              <a:gd name="connsiteX44" fmla="*/ 1364797 w 2242827"/>
              <a:gd name="connsiteY44" fmla="*/ 133264 h 2102966"/>
              <a:gd name="connsiteX45" fmla="*/ 0 w 2242827"/>
              <a:gd name="connsiteY45" fmla="*/ 1245917 h 2102966"/>
              <a:gd name="connsiteX46" fmla="*/ 0 w 2242827"/>
              <a:gd name="connsiteY46" fmla="*/ 1223641 h 2102966"/>
              <a:gd name="connsiteX47" fmla="*/ 1342864 w 2242827"/>
              <a:gd name="connsiteY47" fmla="*/ 128894 h 2102966"/>
              <a:gd name="connsiteX48" fmla="*/ 1238878 w 2242827"/>
              <a:gd name="connsiteY48" fmla="*/ 0 h 2102966"/>
              <a:gd name="connsiteX49" fmla="*/ 1261388 w 2242827"/>
              <a:gd name="connsiteY49" fmla="*/ 0 h 2102966"/>
              <a:gd name="connsiteX50" fmla="*/ 1244763 w 2242827"/>
              <a:gd name="connsiteY50" fmla="*/ 108614 h 2102966"/>
              <a:gd name="connsiteX51" fmla="*/ 0 w 2242827"/>
              <a:gd name="connsiteY51" fmla="*/ 1123397 h 2102966"/>
              <a:gd name="connsiteX52" fmla="*/ 0 w 2242827"/>
              <a:gd name="connsiteY52" fmla="*/ 1101121 h 2102966"/>
              <a:gd name="connsiteX53" fmla="*/ 1222940 w 2242827"/>
              <a:gd name="connsiteY53" fmla="*/ 104135 h 2102966"/>
              <a:gd name="connsiteX54" fmla="*/ 1115178 w 2242827"/>
              <a:gd name="connsiteY54" fmla="*/ 0 h 2102966"/>
              <a:gd name="connsiteX55" fmla="*/ 1137688 w 2242827"/>
              <a:gd name="connsiteY55" fmla="*/ 0 h 2102966"/>
              <a:gd name="connsiteX56" fmla="*/ 1124836 w 2242827"/>
              <a:gd name="connsiteY56" fmla="*/ 83962 h 2102966"/>
              <a:gd name="connsiteX57" fmla="*/ 0 w 2242827"/>
              <a:gd name="connsiteY57" fmla="*/ 1000978 h 2102966"/>
              <a:gd name="connsiteX58" fmla="*/ 0 w 2242827"/>
              <a:gd name="connsiteY58" fmla="*/ 978703 h 2102966"/>
              <a:gd name="connsiteX59" fmla="*/ 1103012 w 2242827"/>
              <a:gd name="connsiteY59" fmla="*/ 79485 h 2102966"/>
              <a:gd name="connsiteX60" fmla="*/ 991375 w 2242827"/>
              <a:gd name="connsiteY60" fmla="*/ 0 h 2102966"/>
              <a:gd name="connsiteX61" fmla="*/ 1013997 w 2242827"/>
              <a:gd name="connsiteY61" fmla="*/ 0 h 2102966"/>
              <a:gd name="connsiteX62" fmla="*/ 1004915 w 2242827"/>
              <a:gd name="connsiteY62" fmla="*/ 59331 h 2102966"/>
              <a:gd name="connsiteX63" fmla="*/ 0 w 2242827"/>
              <a:gd name="connsiteY63" fmla="*/ 878583 h 2102966"/>
              <a:gd name="connsiteX64" fmla="*/ 0 w 2242827"/>
              <a:gd name="connsiteY64" fmla="*/ 856307 h 2102966"/>
              <a:gd name="connsiteX65" fmla="*/ 982981 w 2242827"/>
              <a:gd name="connsiteY65" fmla="*/ 54853 h 2102966"/>
              <a:gd name="connsiteX66" fmla="*/ 866108 w 2242827"/>
              <a:gd name="connsiteY66" fmla="*/ 0 h 2102966"/>
              <a:gd name="connsiteX67" fmla="*/ 888384 w 2242827"/>
              <a:gd name="connsiteY67" fmla="*/ 0 h 2102966"/>
              <a:gd name="connsiteX68" fmla="*/ 884876 w 2242827"/>
              <a:gd name="connsiteY68" fmla="*/ 34680 h 2102966"/>
              <a:gd name="connsiteX69" fmla="*/ 0 w 2242827"/>
              <a:gd name="connsiteY69" fmla="*/ 756058 h 2102966"/>
              <a:gd name="connsiteX70" fmla="*/ 0 w 2242827"/>
              <a:gd name="connsiteY70" fmla="*/ 733782 h 2102966"/>
              <a:gd name="connsiteX71" fmla="*/ 863057 w 2242827"/>
              <a:gd name="connsiteY71" fmla="*/ 30169 h 2102966"/>
              <a:gd name="connsiteX72" fmla="*/ 743692 w 2242827"/>
              <a:gd name="connsiteY72" fmla="*/ 0 h 2102966"/>
              <a:gd name="connsiteX73" fmla="*/ 765973 w 2242827"/>
              <a:gd name="connsiteY73" fmla="*/ 0 h 2102966"/>
              <a:gd name="connsiteX74" fmla="*/ 764957 w 2242827"/>
              <a:gd name="connsiteY74" fmla="*/ 10048 h 2102966"/>
              <a:gd name="connsiteX75" fmla="*/ 0 w 2242827"/>
              <a:gd name="connsiteY75" fmla="*/ 633662 h 2102966"/>
              <a:gd name="connsiteX76" fmla="*/ 0 w 2242827"/>
              <a:gd name="connsiteY76" fmla="*/ 611386 h 2102966"/>
              <a:gd name="connsiteX77" fmla="*/ 743129 w 2242827"/>
              <a:gd name="connsiteY77" fmla="*/ 5570 h 2102966"/>
              <a:gd name="connsiteX78" fmla="*/ 617163 w 2242827"/>
              <a:gd name="connsiteY78" fmla="*/ 0 h 2102966"/>
              <a:gd name="connsiteX79" fmla="*/ 640489 w 2242827"/>
              <a:gd name="connsiteY79" fmla="*/ 0 h 2102966"/>
              <a:gd name="connsiteX80" fmla="*/ 606611 w 2242827"/>
              <a:gd name="connsiteY80" fmla="*/ 108906 h 2102966"/>
              <a:gd name="connsiteX81" fmla="*/ 0 w 2242827"/>
              <a:gd name="connsiteY81" fmla="*/ 511248 h 2102966"/>
              <a:gd name="connsiteX82" fmla="*/ 0 w 2242827"/>
              <a:gd name="connsiteY82" fmla="*/ 488972 h 2102966"/>
              <a:gd name="connsiteX83" fmla="*/ 585980 w 2242827"/>
              <a:gd name="connsiteY83" fmla="*/ 100252 h 2102966"/>
              <a:gd name="connsiteX84" fmla="*/ 489561 w 2242827"/>
              <a:gd name="connsiteY84" fmla="*/ 0 h 2102966"/>
              <a:gd name="connsiteX85" fmla="*/ 512789 w 2242827"/>
              <a:gd name="connsiteY85" fmla="*/ 0 h 2102966"/>
              <a:gd name="connsiteX86" fmla="*/ 493721 w 2242827"/>
              <a:gd name="connsiteY86" fmla="*/ 61289 h 2102966"/>
              <a:gd name="connsiteX87" fmla="*/ 0 w 2242827"/>
              <a:gd name="connsiteY87" fmla="*/ 388735 h 2102966"/>
              <a:gd name="connsiteX88" fmla="*/ 0 w 2242827"/>
              <a:gd name="connsiteY88" fmla="*/ 366459 h 2102966"/>
              <a:gd name="connsiteX89" fmla="*/ 473199 w 2242827"/>
              <a:gd name="connsiteY89" fmla="*/ 52587 h 2102966"/>
              <a:gd name="connsiteX90" fmla="*/ 361966 w 2242827"/>
              <a:gd name="connsiteY90" fmla="*/ 0 h 2102966"/>
              <a:gd name="connsiteX91" fmla="*/ 385181 w 2242827"/>
              <a:gd name="connsiteY91" fmla="*/ 0 h 2102966"/>
              <a:gd name="connsiteX92" fmla="*/ 380937 w 2242827"/>
              <a:gd name="connsiteY92" fmla="*/ 13636 h 2102966"/>
              <a:gd name="connsiteX93" fmla="*/ 0 w 2242827"/>
              <a:gd name="connsiteY93" fmla="*/ 266328 h 2102966"/>
              <a:gd name="connsiteX94" fmla="*/ 0 w 2242827"/>
              <a:gd name="connsiteY94" fmla="*/ 244052 h 2102966"/>
              <a:gd name="connsiteX95" fmla="*/ 360416 w 2242827"/>
              <a:gd name="connsiteY95" fmla="*/ 4982 h 2102966"/>
              <a:gd name="connsiteX96" fmla="*/ 218905 w 2242827"/>
              <a:gd name="connsiteY96" fmla="*/ 0 h 2102966"/>
              <a:gd name="connsiteX97" fmla="*/ 249720 w 2242827"/>
              <a:gd name="connsiteY97" fmla="*/ 0 h 2102966"/>
              <a:gd name="connsiteX98" fmla="*/ 241311 w 2242827"/>
              <a:gd name="connsiteY98" fmla="*/ 15475 h 2102966"/>
              <a:gd name="connsiteX99" fmla="*/ 0 w 2242827"/>
              <a:gd name="connsiteY99" fmla="*/ 143932 h 2102966"/>
              <a:gd name="connsiteX100" fmla="*/ 0 w 2242827"/>
              <a:gd name="connsiteY100" fmla="*/ 121656 h 2102966"/>
              <a:gd name="connsiteX101" fmla="*/ 189966 w 2242827"/>
              <a:gd name="connsiteY101" fmla="*/ 42875 h 2102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2242827" h="2102966">
                <a:moveTo>
                  <a:pt x="2220549" y="0"/>
                </a:moveTo>
                <a:lnTo>
                  <a:pt x="2242827" y="0"/>
                </a:lnTo>
                <a:lnTo>
                  <a:pt x="2238641" y="82607"/>
                </a:lnTo>
                <a:cubicBezTo>
                  <a:pt x="2123193" y="1215807"/>
                  <a:pt x="1163255" y="2102966"/>
                  <a:pt x="1" y="2102966"/>
                </a:cubicBezTo>
                <a:lnTo>
                  <a:pt x="1" y="2080690"/>
                </a:lnTo>
                <a:cubicBezTo>
                  <a:pt x="1151759" y="2080690"/>
                  <a:pt x="2102176" y="1202330"/>
                  <a:pt x="2216479" y="80336"/>
                </a:cubicBezTo>
                <a:close/>
                <a:moveTo>
                  <a:pt x="2098030" y="0"/>
                </a:moveTo>
                <a:lnTo>
                  <a:pt x="2120412" y="0"/>
                </a:lnTo>
                <a:lnTo>
                  <a:pt x="2116859" y="70117"/>
                </a:lnTo>
                <a:cubicBezTo>
                  <a:pt x="2007691" y="1141666"/>
                  <a:pt x="1099966" y="1980571"/>
                  <a:pt x="1" y="1980571"/>
                </a:cubicBezTo>
                <a:lnTo>
                  <a:pt x="1" y="1958295"/>
                </a:lnTo>
                <a:cubicBezTo>
                  <a:pt x="1088470" y="1958295"/>
                  <a:pt x="1986577" y="1128187"/>
                  <a:pt x="2094588" y="67938"/>
                </a:cubicBezTo>
                <a:close/>
                <a:moveTo>
                  <a:pt x="1975608" y="0"/>
                </a:moveTo>
                <a:lnTo>
                  <a:pt x="1997887" y="0"/>
                </a:lnTo>
                <a:lnTo>
                  <a:pt x="1994968" y="57611"/>
                </a:lnTo>
                <a:cubicBezTo>
                  <a:pt x="1892090" y="1067493"/>
                  <a:pt x="1036676" y="1858047"/>
                  <a:pt x="1" y="1858047"/>
                </a:cubicBezTo>
                <a:lnTo>
                  <a:pt x="1" y="1835771"/>
                </a:lnTo>
                <a:cubicBezTo>
                  <a:pt x="1025181" y="1835771"/>
                  <a:pt x="1871073" y="1053919"/>
                  <a:pt x="1972805" y="55322"/>
                </a:cubicBezTo>
                <a:close/>
                <a:moveTo>
                  <a:pt x="1853193" y="0"/>
                </a:moveTo>
                <a:lnTo>
                  <a:pt x="1875472" y="0"/>
                </a:lnTo>
                <a:lnTo>
                  <a:pt x="1873186" y="45119"/>
                </a:lnTo>
                <a:cubicBezTo>
                  <a:pt x="1776588" y="993350"/>
                  <a:pt x="973388" y="1735650"/>
                  <a:pt x="0" y="1735650"/>
                </a:cubicBezTo>
                <a:lnTo>
                  <a:pt x="0" y="1713374"/>
                </a:lnTo>
                <a:cubicBezTo>
                  <a:pt x="961784" y="1713374"/>
                  <a:pt x="1755557" y="979877"/>
                  <a:pt x="1851022" y="42848"/>
                </a:cubicBezTo>
                <a:close/>
                <a:moveTo>
                  <a:pt x="1730668" y="0"/>
                </a:moveTo>
                <a:lnTo>
                  <a:pt x="1753056" y="0"/>
                </a:lnTo>
                <a:lnTo>
                  <a:pt x="1751404" y="32610"/>
                </a:lnTo>
                <a:cubicBezTo>
                  <a:pt x="1661086" y="919190"/>
                  <a:pt x="910098" y="1613232"/>
                  <a:pt x="0" y="1613232"/>
                </a:cubicBezTo>
                <a:lnTo>
                  <a:pt x="0" y="1590961"/>
                </a:lnTo>
                <a:cubicBezTo>
                  <a:pt x="898495" y="1590961"/>
                  <a:pt x="1639954" y="905712"/>
                  <a:pt x="1729127" y="30432"/>
                </a:cubicBezTo>
                <a:close/>
                <a:moveTo>
                  <a:pt x="1608247" y="0"/>
                </a:moveTo>
                <a:lnTo>
                  <a:pt x="1630525" y="0"/>
                </a:lnTo>
                <a:lnTo>
                  <a:pt x="1629507" y="20086"/>
                </a:lnTo>
                <a:cubicBezTo>
                  <a:pt x="1545469" y="844919"/>
                  <a:pt x="846701" y="1490712"/>
                  <a:pt x="0" y="1490712"/>
                </a:cubicBezTo>
                <a:lnTo>
                  <a:pt x="0" y="1468436"/>
                </a:lnTo>
                <a:cubicBezTo>
                  <a:pt x="835206" y="1468436"/>
                  <a:pt x="1524451" y="831445"/>
                  <a:pt x="1607345" y="17816"/>
                </a:cubicBezTo>
                <a:close/>
                <a:moveTo>
                  <a:pt x="1485833" y="0"/>
                </a:moveTo>
                <a:lnTo>
                  <a:pt x="1508109" y="0"/>
                </a:lnTo>
                <a:lnTo>
                  <a:pt x="1507724" y="7596"/>
                </a:lnTo>
                <a:cubicBezTo>
                  <a:pt x="1429966" y="770778"/>
                  <a:pt x="783416" y="1368317"/>
                  <a:pt x="0" y="1368317"/>
                </a:cubicBezTo>
                <a:lnTo>
                  <a:pt x="0" y="1346041"/>
                </a:lnTo>
                <a:cubicBezTo>
                  <a:pt x="771917" y="1346041"/>
                  <a:pt x="1408949" y="757304"/>
                  <a:pt x="1485563" y="5325"/>
                </a:cubicBezTo>
                <a:close/>
                <a:moveTo>
                  <a:pt x="1362591" y="0"/>
                </a:moveTo>
                <a:lnTo>
                  <a:pt x="1385194" y="0"/>
                </a:lnTo>
                <a:lnTo>
                  <a:pt x="1364797" y="133264"/>
                </a:lnTo>
                <a:cubicBezTo>
                  <a:pt x="1234684" y="767432"/>
                  <a:pt x="672215" y="1245917"/>
                  <a:pt x="0" y="1245917"/>
                </a:cubicBezTo>
                <a:lnTo>
                  <a:pt x="0" y="1223641"/>
                </a:lnTo>
                <a:cubicBezTo>
                  <a:pt x="661385" y="1223641"/>
                  <a:pt x="1214835" y="752908"/>
                  <a:pt x="1342864" y="128894"/>
                </a:cubicBezTo>
                <a:close/>
                <a:moveTo>
                  <a:pt x="1238878" y="0"/>
                </a:moveTo>
                <a:lnTo>
                  <a:pt x="1261388" y="0"/>
                </a:lnTo>
                <a:lnTo>
                  <a:pt x="1244763" y="108614"/>
                </a:lnTo>
                <a:cubicBezTo>
                  <a:pt x="1126083" y="687031"/>
                  <a:pt x="613049" y="1123397"/>
                  <a:pt x="0" y="1123397"/>
                </a:cubicBezTo>
                <a:lnTo>
                  <a:pt x="0" y="1101121"/>
                </a:lnTo>
                <a:cubicBezTo>
                  <a:pt x="602316" y="1101121"/>
                  <a:pt x="1106344" y="672419"/>
                  <a:pt x="1222940" y="104135"/>
                </a:cubicBezTo>
                <a:close/>
                <a:moveTo>
                  <a:pt x="1115178" y="0"/>
                </a:moveTo>
                <a:lnTo>
                  <a:pt x="1137688" y="0"/>
                </a:lnTo>
                <a:lnTo>
                  <a:pt x="1124836" y="83962"/>
                </a:lnTo>
                <a:cubicBezTo>
                  <a:pt x="1017592" y="606647"/>
                  <a:pt x="553979" y="1000978"/>
                  <a:pt x="0" y="1000978"/>
                </a:cubicBezTo>
                <a:lnTo>
                  <a:pt x="0" y="978703"/>
                </a:lnTo>
                <a:cubicBezTo>
                  <a:pt x="543246" y="978703"/>
                  <a:pt x="997852" y="592039"/>
                  <a:pt x="1103012" y="79485"/>
                </a:cubicBezTo>
                <a:close/>
                <a:moveTo>
                  <a:pt x="991375" y="0"/>
                </a:moveTo>
                <a:lnTo>
                  <a:pt x="1013997" y="0"/>
                </a:lnTo>
                <a:lnTo>
                  <a:pt x="1004915" y="59331"/>
                </a:lnTo>
                <a:cubicBezTo>
                  <a:pt x="909100" y="526286"/>
                  <a:pt x="494909" y="878583"/>
                  <a:pt x="0" y="878583"/>
                </a:cubicBezTo>
                <a:lnTo>
                  <a:pt x="0" y="856307"/>
                </a:lnTo>
                <a:cubicBezTo>
                  <a:pt x="484176" y="856307"/>
                  <a:pt x="889272" y="511676"/>
                  <a:pt x="982981" y="54853"/>
                </a:cubicBezTo>
                <a:close/>
                <a:moveTo>
                  <a:pt x="866108" y="0"/>
                </a:moveTo>
                <a:lnTo>
                  <a:pt x="888384" y="0"/>
                </a:lnTo>
                <a:lnTo>
                  <a:pt x="884876" y="34680"/>
                </a:lnTo>
                <a:cubicBezTo>
                  <a:pt x="800495" y="445883"/>
                  <a:pt x="435739" y="756058"/>
                  <a:pt x="0" y="756058"/>
                </a:cubicBezTo>
                <a:lnTo>
                  <a:pt x="0" y="733782"/>
                </a:lnTo>
                <a:cubicBezTo>
                  <a:pt x="425107" y="733782"/>
                  <a:pt x="780781" y="431187"/>
                  <a:pt x="863057" y="30169"/>
                </a:cubicBezTo>
                <a:close/>
                <a:moveTo>
                  <a:pt x="743692" y="0"/>
                </a:moveTo>
                <a:lnTo>
                  <a:pt x="765973" y="0"/>
                </a:lnTo>
                <a:lnTo>
                  <a:pt x="764957" y="10048"/>
                </a:lnTo>
                <a:cubicBezTo>
                  <a:pt x="692029" y="365521"/>
                  <a:pt x="376767" y="633662"/>
                  <a:pt x="0" y="633662"/>
                </a:cubicBezTo>
                <a:lnTo>
                  <a:pt x="0" y="611386"/>
                </a:lnTo>
                <a:cubicBezTo>
                  <a:pt x="365938" y="611386"/>
                  <a:pt x="672265" y="350911"/>
                  <a:pt x="743129" y="5570"/>
                </a:cubicBezTo>
                <a:close/>
                <a:moveTo>
                  <a:pt x="617163" y="0"/>
                </a:moveTo>
                <a:lnTo>
                  <a:pt x="640489" y="0"/>
                </a:lnTo>
                <a:lnTo>
                  <a:pt x="606611" y="108906"/>
                </a:lnTo>
                <a:cubicBezTo>
                  <a:pt x="506524" y="345128"/>
                  <a:pt x="272312" y="511248"/>
                  <a:pt x="0" y="511248"/>
                </a:cubicBezTo>
                <a:lnTo>
                  <a:pt x="0" y="488972"/>
                </a:lnTo>
                <a:cubicBezTo>
                  <a:pt x="263030" y="488972"/>
                  <a:pt x="489290" y="328485"/>
                  <a:pt x="585980" y="100252"/>
                </a:cubicBezTo>
                <a:close/>
                <a:moveTo>
                  <a:pt x="489561" y="0"/>
                </a:moveTo>
                <a:lnTo>
                  <a:pt x="512789" y="0"/>
                </a:lnTo>
                <a:lnTo>
                  <a:pt x="493721" y="61289"/>
                </a:lnTo>
                <a:cubicBezTo>
                  <a:pt x="412246" y="253561"/>
                  <a:pt x="221597" y="388735"/>
                  <a:pt x="0" y="388735"/>
                </a:cubicBezTo>
                <a:lnTo>
                  <a:pt x="0" y="366459"/>
                </a:lnTo>
                <a:cubicBezTo>
                  <a:pt x="212399" y="366459"/>
                  <a:pt x="395116" y="236854"/>
                  <a:pt x="473199" y="52587"/>
                </a:cubicBezTo>
                <a:close/>
                <a:moveTo>
                  <a:pt x="361966" y="0"/>
                </a:moveTo>
                <a:lnTo>
                  <a:pt x="385181" y="0"/>
                </a:lnTo>
                <a:lnTo>
                  <a:pt x="380937" y="13636"/>
                </a:lnTo>
                <a:cubicBezTo>
                  <a:pt x="318070" y="161973"/>
                  <a:pt x="170965" y="266328"/>
                  <a:pt x="0" y="266328"/>
                </a:cubicBezTo>
                <a:lnTo>
                  <a:pt x="0" y="244052"/>
                </a:lnTo>
                <a:cubicBezTo>
                  <a:pt x="161767" y="244052"/>
                  <a:pt x="300940" y="145329"/>
                  <a:pt x="360416" y="4982"/>
                </a:cubicBezTo>
                <a:close/>
                <a:moveTo>
                  <a:pt x="218905" y="0"/>
                </a:moveTo>
                <a:lnTo>
                  <a:pt x="249720" y="0"/>
                </a:lnTo>
                <a:lnTo>
                  <a:pt x="241311" y="15475"/>
                </a:lnTo>
                <a:cubicBezTo>
                  <a:pt x="188962" y="92909"/>
                  <a:pt x="100349" y="143932"/>
                  <a:pt x="0" y="143932"/>
                </a:cubicBezTo>
                <a:lnTo>
                  <a:pt x="0" y="121656"/>
                </a:lnTo>
                <a:cubicBezTo>
                  <a:pt x="74091" y="121656"/>
                  <a:pt x="141290" y="91533"/>
                  <a:pt x="189966" y="42875"/>
                </a:cubicBezTo>
                <a:close/>
              </a:path>
            </a:pathLst>
          </a:custGeom>
          <a:solidFill>
            <a:schemeClr val="accent3">
              <a:lumMod val="20000"/>
              <a:lumOff val="80000"/>
            </a:schemeClr>
          </a:solidFill>
          <a:ln w="458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p:cNvSpPr>
            <a:spLocks noGrp="1"/>
          </p:cNvSpPr>
          <p:nvPr>
            <p:ph type="title" hasCustomPrompt="1"/>
          </p:nvPr>
        </p:nvSpPr>
        <p:spPr>
          <a:xfrm>
            <a:off x="760938" y="755372"/>
            <a:ext cx="3931920" cy="1527048"/>
          </a:xfrm>
        </p:spPr>
        <p:txBody>
          <a:bodyPr anchor="b"/>
          <a:lstStyle>
            <a:lvl1pPr>
              <a:lnSpc>
                <a:spcPct val="100000"/>
              </a:lnSpc>
              <a:defRPr sz="3200"/>
            </a:lvl1pPr>
          </a:lstStyle>
          <a:p>
            <a:r>
              <a:rPr lang="en-US" dirty="0"/>
              <a:t>Click to add title</a:t>
            </a:r>
          </a:p>
        </p:txBody>
      </p:sp>
      <p:sp>
        <p:nvSpPr>
          <p:cNvPr id="7" name="Slide Number Placeholder 6"/>
          <p:cNvSpPr>
            <a:spLocks noGrp="1"/>
          </p:cNvSpPr>
          <p:nvPr>
            <p:ph type="sldNum" sz="quarter" idx="12"/>
          </p:nvPr>
        </p:nvSpPr>
        <p:spPr/>
        <p:txBody>
          <a:bodyPr/>
          <a:lstStyle>
            <a:lvl1pPr>
              <a:defRPr>
                <a:latin typeface="+mn-lt"/>
              </a:defRPr>
            </a:lvl1pPr>
          </a:lstStyle>
          <a:p>
            <a:fld id="{48F63A3B-78C7-47BE-AE5E-E10140E04643}" type="slidenum">
              <a:rPr lang="en-US" smtClean="0"/>
              <a:pPr/>
              <a:t>‹#›</a:t>
            </a:fld>
            <a:endParaRPr lang="en-US" dirty="0"/>
          </a:p>
        </p:txBody>
      </p:sp>
      <p:sp>
        <p:nvSpPr>
          <p:cNvPr id="4" name="Text Placeholder 3"/>
          <p:cNvSpPr>
            <a:spLocks noGrp="1"/>
          </p:cNvSpPr>
          <p:nvPr>
            <p:ph type="body" sz="half" idx="2" hasCustomPrompt="1"/>
          </p:nvPr>
        </p:nvSpPr>
        <p:spPr>
          <a:xfrm>
            <a:off x="760938" y="2286001"/>
            <a:ext cx="393192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 name="Picture Placeholder 2"/>
          <p:cNvSpPr>
            <a:spLocks noGrp="1" noChangeAspect="1"/>
          </p:cNvSpPr>
          <p:nvPr>
            <p:ph type="pic" idx="1" hasCustomPrompt="1"/>
          </p:nvPr>
        </p:nvSpPr>
        <p:spPr>
          <a:xfrm>
            <a:off x="5262700" y="987425"/>
            <a:ext cx="6172200" cy="4873625"/>
          </a:xfrm>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to add picture</a:t>
            </a:r>
          </a:p>
        </p:txBody>
      </p:sp>
    </p:spTree>
    <p:extLst>
      <p:ext uri="{BB962C8B-B14F-4D97-AF65-F5344CB8AC3E}">
        <p14:creationId xmlns:p14="http://schemas.microsoft.com/office/powerpoint/2010/main" val="22346700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0438475" y="457199"/>
            <a:ext cx="987552" cy="244503"/>
          </a:xfrm>
          <a:prstGeom prst="rect">
            <a:avLst/>
          </a:prstGeom>
        </p:spPr>
        <p:txBody>
          <a:bodyPr vert="horz" lIns="91440" tIns="45720" rIns="0" bIns="45720" rtlCol="0" anchor="ctr"/>
          <a:lstStyle>
            <a:lvl1pPr algn="r">
              <a:defRPr sz="1200">
                <a:solidFill>
                  <a:schemeClr val="accent6"/>
                </a:solidFill>
                <a:latin typeface="+mn-lt"/>
                <a:cs typeface="Arial" panose="020B0604020202020204" pitchFamily="34" charset="0"/>
              </a:defRPr>
            </a:lvl1pPr>
          </a:lstStyle>
          <a:p>
            <a:fld id="{48F63A3B-78C7-47BE-AE5E-E10140E04643}" type="slidenum">
              <a:rPr lang="en-US" smtClean="0"/>
              <a:pPr/>
              <a:t>‹#›</a:t>
            </a:fld>
            <a:endParaRPr lang="en-US" dirty="0"/>
          </a:p>
        </p:txBody>
      </p:sp>
      <p:sp>
        <p:nvSpPr>
          <p:cNvPr id="2" name="Title Placeholder 1"/>
          <p:cNvSpPr>
            <a:spLocks noGrp="1"/>
          </p:cNvSpPr>
          <p:nvPr>
            <p:ph type="title"/>
          </p:nvPr>
        </p:nvSpPr>
        <p:spPr>
          <a:xfrm>
            <a:off x="758952" y="731520"/>
            <a:ext cx="10671048" cy="1362057"/>
          </a:xfrm>
          <a:prstGeom prst="rect">
            <a:avLst/>
          </a:prstGeom>
        </p:spPr>
        <p:txBody>
          <a:bodyPr vert="horz" lIns="91440" tIns="45720" rIns="91440" bIns="45720" rtlCol="0" anchor="b" anchorCtr="0">
            <a:noAutofit/>
          </a:bodyPr>
          <a:lstStyle/>
          <a:p>
            <a:r>
              <a:rPr lang="en-US"/>
              <a:t>Click to edit Master title style</a:t>
            </a:r>
            <a:endParaRPr lang="en-US" dirty="0"/>
          </a:p>
        </p:txBody>
      </p:sp>
      <p:sp>
        <p:nvSpPr>
          <p:cNvPr id="3" name="Text Placeholder 2"/>
          <p:cNvSpPr>
            <a:spLocks noGrp="1"/>
          </p:cNvSpPr>
          <p:nvPr>
            <p:ph type="body" idx="1"/>
          </p:nvPr>
        </p:nvSpPr>
        <p:spPr>
          <a:xfrm>
            <a:off x="758952" y="2103120"/>
            <a:ext cx="10671048"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4833434"/>
      </p:ext>
    </p:extLst>
  </p:cSld>
  <p:clrMap bg1="lt1" tx1="dk1" bg2="lt2" tx2="dk2" accent1="accent1" accent2="accent2" accent3="accent3" accent4="accent4" accent5="accent5" accent6="accent6" hlink="hlink" folHlink="folHlink"/>
  <p:sldLayoutIdLst>
    <p:sldLayoutId id="2147483651" r:id="rId1"/>
    <p:sldLayoutId id="2147483663" r:id="rId2"/>
    <p:sldLayoutId id="2147483680" r:id="rId3"/>
    <p:sldLayoutId id="2147483653" r:id="rId4"/>
    <p:sldLayoutId id="2147483668" r:id="rId5"/>
    <p:sldLayoutId id="2147483685" r:id="rId6"/>
    <p:sldLayoutId id="2147483686" r:id="rId7"/>
    <p:sldLayoutId id="2147483687" r:id="rId8"/>
    <p:sldLayoutId id="2147483688" r:id="rId9"/>
    <p:sldLayoutId id="2147483689" r:id="rId10"/>
    <p:sldLayoutId id="2147483691" r:id="rId11"/>
    <p:sldLayoutId id="2147483692" r:id="rId12"/>
    <p:sldLayoutId id="2147483676" r:id="rId13"/>
    <p:sldLayoutId id="2147483656" r:id="rId14"/>
    <p:sldLayoutId id="2147483657" r:id="rId15"/>
    <p:sldLayoutId id="2147483658" r:id="rId16"/>
    <p:sldLayoutId id="2147483659" r:id="rId17"/>
  </p:sldLayoutIdLst>
  <p:hf hdr="0" ftr="0" dt="0"/>
  <p:txStyles>
    <p:titleStyle>
      <a:lvl1pPr algn="ctr" defTabSz="914400" rtl="0" eaLnBrk="1" latinLnBrk="0" hangingPunct="1">
        <a:lnSpc>
          <a:spcPts val="4875"/>
        </a:lnSpc>
        <a:spcBef>
          <a:spcPct val="0"/>
        </a:spcBef>
        <a:buNone/>
        <a:defRPr sz="3800" b="1" kern="1200" cap="all" baseline="0">
          <a:solidFill>
            <a:schemeClr val="accent6"/>
          </a:solidFill>
          <a:latin typeface="+mj-lt"/>
          <a:ea typeface="+mj-ea"/>
          <a:cs typeface="+mj-cs"/>
        </a:defRPr>
      </a:lvl1pPr>
    </p:titleStyle>
    <p:bodyStyle>
      <a:lvl1pPr marL="347472" indent="-347472" algn="l" defTabSz="914400" rtl="0" eaLnBrk="1" latinLnBrk="0" hangingPunct="1">
        <a:lnSpc>
          <a:spcPct val="100000"/>
        </a:lnSpc>
        <a:spcBef>
          <a:spcPts val="360"/>
        </a:spcBef>
        <a:buFont typeface="Arial" panose="020B0604020202020204" pitchFamily="34" charset="0"/>
        <a:buChar char="•"/>
        <a:defRPr sz="2800" kern="1200">
          <a:solidFill>
            <a:schemeClr val="accent6"/>
          </a:solidFill>
          <a:latin typeface="+mn-lt"/>
          <a:ea typeface="+mn-ea"/>
          <a:cs typeface="+mn-cs"/>
        </a:defRPr>
      </a:lvl1pPr>
      <a:lvl2pPr marL="685800" indent="-347472" algn="l" defTabSz="914400" rtl="0" eaLnBrk="1" latinLnBrk="0" hangingPunct="1">
        <a:lnSpc>
          <a:spcPct val="100000"/>
        </a:lnSpc>
        <a:spcBef>
          <a:spcPts val="360"/>
        </a:spcBef>
        <a:buFont typeface="Arial" panose="020B0604020202020204" pitchFamily="34" charset="0"/>
        <a:buChar char="•"/>
        <a:defRPr sz="2400" kern="1200">
          <a:solidFill>
            <a:schemeClr val="accent6"/>
          </a:solidFill>
          <a:latin typeface="+mn-lt"/>
          <a:ea typeface="+mn-ea"/>
          <a:cs typeface="+mn-cs"/>
        </a:defRPr>
      </a:lvl2pPr>
      <a:lvl3pPr marL="1143000" indent="-347472" algn="l" defTabSz="914400" rtl="0" eaLnBrk="1" latinLnBrk="0" hangingPunct="1">
        <a:lnSpc>
          <a:spcPct val="100000"/>
        </a:lnSpc>
        <a:spcBef>
          <a:spcPts val="360"/>
        </a:spcBef>
        <a:buFont typeface="Arial" panose="020B0604020202020204" pitchFamily="34" charset="0"/>
        <a:buChar char="•"/>
        <a:defRPr sz="2000" kern="1200">
          <a:solidFill>
            <a:schemeClr val="accent6"/>
          </a:solidFill>
          <a:latin typeface="+mn-lt"/>
          <a:ea typeface="+mn-ea"/>
          <a:cs typeface="+mn-cs"/>
        </a:defRPr>
      </a:lvl3pPr>
      <a:lvl4pPr marL="16002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4pPr>
      <a:lvl5pPr marL="2057400" indent="-347472" algn="l" defTabSz="914400" rtl="0" eaLnBrk="1" latinLnBrk="0" hangingPunct="1">
        <a:lnSpc>
          <a:spcPct val="100000"/>
        </a:lnSpc>
        <a:spcBef>
          <a:spcPts val="360"/>
        </a:spcBef>
        <a:buFont typeface="Arial" panose="020B0604020202020204" pitchFamily="34" charset="0"/>
        <a:buChar char="•"/>
        <a:defRPr sz="18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4.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7FF65-A536-F639-8591-ED024C223308}"/>
              </a:ext>
            </a:extLst>
          </p:cNvPr>
          <p:cNvSpPr>
            <a:spLocks noGrp="1"/>
          </p:cNvSpPr>
          <p:nvPr>
            <p:ph type="ctrTitle"/>
          </p:nvPr>
        </p:nvSpPr>
        <p:spPr>
          <a:xfrm>
            <a:off x="2320050" y="3982"/>
            <a:ext cx="7551900" cy="3830599"/>
          </a:xfrm>
        </p:spPr>
        <p:txBody>
          <a:bodyPr anchor="ctr"/>
          <a:lstStyle/>
          <a:p>
            <a:r>
              <a:rPr lang="en-US" sz="2400" dirty="0"/>
              <a:t>Insurance policy data analysis </a:t>
            </a:r>
            <a:br>
              <a:rPr lang="en-US" sz="2400" dirty="0"/>
            </a:br>
            <a:r>
              <a:rPr lang="en-US" sz="2400" dirty="0"/>
              <a:t>&amp; </a:t>
            </a:r>
            <a:br>
              <a:rPr lang="en-US" sz="2400" dirty="0"/>
            </a:br>
            <a:r>
              <a:rPr lang="en-US" sz="2400" dirty="0"/>
              <a:t>insights</a:t>
            </a:r>
          </a:p>
        </p:txBody>
      </p:sp>
      <p:sp>
        <p:nvSpPr>
          <p:cNvPr id="5" name="Rectangle 4">
            <a:extLst>
              <a:ext uri="{FF2B5EF4-FFF2-40B4-BE49-F238E27FC236}">
                <a16:creationId xmlns:a16="http://schemas.microsoft.com/office/drawing/2014/main" id="{4129CB40-078E-14CE-CB4A-ADAFC4D6A300}"/>
              </a:ext>
            </a:extLst>
          </p:cNvPr>
          <p:cNvSpPr/>
          <p:nvPr/>
        </p:nvSpPr>
        <p:spPr>
          <a:xfrm>
            <a:off x="9163665" y="3657600"/>
            <a:ext cx="2851354" cy="286118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Rectangle 6">
            <a:extLst>
              <a:ext uri="{FF2B5EF4-FFF2-40B4-BE49-F238E27FC236}">
                <a16:creationId xmlns:a16="http://schemas.microsoft.com/office/drawing/2014/main" id="{5D739D98-2579-C511-600B-8D525EA94006}"/>
              </a:ext>
            </a:extLst>
          </p:cNvPr>
          <p:cNvSpPr/>
          <p:nvPr/>
        </p:nvSpPr>
        <p:spPr>
          <a:xfrm>
            <a:off x="176981" y="3667435"/>
            <a:ext cx="2851354" cy="2861187"/>
          </a:xfrm>
          <a:prstGeom prst="rect">
            <a:avLst/>
          </a:prstGeom>
          <a:solidFill>
            <a:srgbClr val="AAC3E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75000"/>
                  </a:schemeClr>
                </a:solidFill>
                <a:latin typeface="+mj-lt"/>
              </a:rPr>
              <a:t>TOOLS USED</a:t>
            </a:r>
          </a:p>
          <a:p>
            <a:endParaRPr lang="en-US" dirty="0"/>
          </a:p>
          <a:p>
            <a:pPr marL="285750" indent="-285750">
              <a:buFont typeface="Arial" panose="020B0604020202020204" pitchFamily="34" charset="0"/>
              <a:buChar char="•"/>
            </a:pPr>
            <a:r>
              <a:rPr lang="en-IN" dirty="0"/>
              <a:t>Excel</a:t>
            </a:r>
          </a:p>
          <a:p>
            <a:pPr marL="285750" indent="-285750">
              <a:buFont typeface="Arial" panose="020B0604020202020204" pitchFamily="34" charset="0"/>
              <a:buChar char="•"/>
            </a:pPr>
            <a:r>
              <a:rPr lang="en-IN" dirty="0" err="1"/>
              <a:t>MySql</a:t>
            </a:r>
            <a:r>
              <a:rPr lang="en-IN" dirty="0"/>
              <a:t> </a:t>
            </a:r>
          </a:p>
          <a:p>
            <a:pPr marL="285750" indent="-285750">
              <a:buFont typeface="Arial" panose="020B0604020202020204" pitchFamily="34" charset="0"/>
              <a:buChar char="•"/>
            </a:pPr>
            <a:r>
              <a:rPr lang="en-IN" dirty="0"/>
              <a:t>Power Bi </a:t>
            </a:r>
          </a:p>
          <a:p>
            <a:pPr marL="285750" indent="-285750">
              <a:buFont typeface="Arial" panose="020B0604020202020204" pitchFamily="34" charset="0"/>
              <a:buChar char="•"/>
            </a:pPr>
            <a:r>
              <a:rPr lang="en-IN" dirty="0"/>
              <a:t>Tableau </a:t>
            </a:r>
          </a:p>
        </p:txBody>
      </p:sp>
      <p:sp>
        <p:nvSpPr>
          <p:cNvPr id="4" name="TextBox 3">
            <a:extLst>
              <a:ext uri="{FF2B5EF4-FFF2-40B4-BE49-F238E27FC236}">
                <a16:creationId xmlns:a16="http://schemas.microsoft.com/office/drawing/2014/main" id="{533B5759-1A5E-CFED-0ED6-A4FAD4E6D296}"/>
              </a:ext>
            </a:extLst>
          </p:cNvPr>
          <p:cNvSpPr txBox="1"/>
          <p:nvPr/>
        </p:nvSpPr>
        <p:spPr>
          <a:xfrm>
            <a:off x="9311149" y="3834581"/>
            <a:ext cx="2703870" cy="2585323"/>
          </a:xfrm>
          <a:prstGeom prst="rect">
            <a:avLst/>
          </a:prstGeom>
          <a:noFill/>
        </p:spPr>
        <p:txBody>
          <a:bodyPr wrap="square">
            <a:spAutoFit/>
          </a:bodyPr>
          <a:lstStyle/>
          <a:p>
            <a:r>
              <a:rPr lang="en-US" dirty="0">
                <a:solidFill>
                  <a:schemeClr val="accent6">
                    <a:lumMod val="75000"/>
                  </a:schemeClr>
                </a:solidFill>
                <a:latin typeface="+mj-lt"/>
              </a:rPr>
              <a:t>GROUP - 5</a:t>
            </a:r>
          </a:p>
          <a:p>
            <a:endParaRPr lang="en-US" dirty="0">
              <a:latin typeface="+mj-lt"/>
            </a:endParaRPr>
          </a:p>
          <a:p>
            <a:r>
              <a:rPr lang="en-US" dirty="0">
                <a:latin typeface="Bookman Old Style" panose="02050604050505020204" pitchFamily="18" charset="0"/>
              </a:rPr>
              <a:t>Lav Dubey  </a:t>
            </a:r>
          </a:p>
          <a:p>
            <a:r>
              <a:rPr lang="en-US" dirty="0">
                <a:latin typeface="Bookman Old Style" panose="02050604050505020204" pitchFamily="18" charset="0"/>
              </a:rPr>
              <a:t>Dev Jyoti Chand</a:t>
            </a:r>
          </a:p>
          <a:p>
            <a:r>
              <a:rPr lang="en-US" dirty="0">
                <a:latin typeface="Bookman Old Style" panose="02050604050505020204" pitchFamily="18" charset="0"/>
              </a:rPr>
              <a:t>Pavan Kumar</a:t>
            </a:r>
          </a:p>
          <a:p>
            <a:r>
              <a:rPr lang="en-US" dirty="0">
                <a:latin typeface="Bookman Old Style" panose="02050604050505020204" pitchFamily="18" charset="0"/>
              </a:rPr>
              <a:t>Ayush Sonar</a:t>
            </a:r>
          </a:p>
          <a:p>
            <a:r>
              <a:rPr lang="en-US" dirty="0">
                <a:latin typeface="Bookman Old Style" panose="02050604050505020204" pitchFamily="18" charset="0"/>
              </a:rPr>
              <a:t>Kiran </a:t>
            </a:r>
            <a:r>
              <a:rPr lang="en-US" dirty="0" err="1">
                <a:latin typeface="Bookman Old Style" panose="02050604050505020204" pitchFamily="18" charset="0"/>
              </a:rPr>
              <a:t>Bantakeri</a:t>
            </a:r>
            <a:r>
              <a:rPr lang="en-US" dirty="0">
                <a:latin typeface="Bookman Old Style" panose="02050604050505020204" pitchFamily="18" charset="0"/>
              </a:rPr>
              <a:t> </a:t>
            </a:r>
          </a:p>
          <a:p>
            <a:r>
              <a:rPr lang="en-US" dirty="0">
                <a:latin typeface="Bookman Old Style" panose="02050604050505020204" pitchFamily="18" charset="0"/>
              </a:rPr>
              <a:t>Abdul Rafe Ahmed   </a:t>
            </a:r>
          </a:p>
          <a:p>
            <a:endParaRPr lang="en-IN" dirty="0">
              <a:latin typeface="+mj-lt"/>
            </a:endParaRPr>
          </a:p>
        </p:txBody>
      </p:sp>
    </p:spTree>
    <p:extLst>
      <p:ext uri="{BB962C8B-B14F-4D97-AF65-F5344CB8AC3E}">
        <p14:creationId xmlns:p14="http://schemas.microsoft.com/office/powerpoint/2010/main" val="2202437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21072-4A77-DB4D-DF41-58EADB7DA94E}"/>
              </a:ext>
            </a:extLst>
          </p:cNvPr>
          <p:cNvSpPr>
            <a:spLocks noGrp="1"/>
          </p:cNvSpPr>
          <p:nvPr>
            <p:ph type="title"/>
          </p:nvPr>
        </p:nvSpPr>
        <p:spPr>
          <a:xfrm>
            <a:off x="914400" y="1057274"/>
            <a:ext cx="6583680" cy="1531357"/>
          </a:xfrm>
        </p:spPr>
        <p:txBody>
          <a:bodyPr/>
          <a:lstStyle/>
          <a:p>
            <a:r>
              <a:rPr lang="en-US" dirty="0"/>
              <a:t>agenda</a:t>
            </a:r>
          </a:p>
        </p:txBody>
      </p:sp>
      <p:sp>
        <p:nvSpPr>
          <p:cNvPr id="3" name="Content Placeholder 2">
            <a:extLst>
              <a:ext uri="{FF2B5EF4-FFF2-40B4-BE49-F238E27FC236}">
                <a16:creationId xmlns:a16="http://schemas.microsoft.com/office/drawing/2014/main" id="{D4D22962-3C7F-E480-5C35-7F4860A098E1}"/>
              </a:ext>
            </a:extLst>
          </p:cNvPr>
          <p:cNvSpPr>
            <a:spLocks noGrp="1"/>
          </p:cNvSpPr>
          <p:nvPr>
            <p:ph idx="1"/>
          </p:nvPr>
        </p:nvSpPr>
        <p:spPr>
          <a:xfrm>
            <a:off x="914400" y="2834640"/>
            <a:ext cx="6583680" cy="3207344"/>
          </a:xfrm>
        </p:spPr>
        <p:txBody>
          <a:bodyPr>
            <a:normAutofit fontScale="85000" lnSpcReduction="20000"/>
          </a:bodyPr>
          <a:lstStyle/>
          <a:p>
            <a:r>
              <a:rPr lang="en-US" dirty="0"/>
              <a:t>Introduction</a:t>
            </a:r>
          </a:p>
          <a:p>
            <a:r>
              <a:rPr lang="en-US" dirty="0"/>
              <a:t>KPI Analysis</a:t>
            </a:r>
          </a:p>
          <a:p>
            <a:r>
              <a:rPr lang="en-US" dirty="0"/>
              <a:t>Policy &amp; Customer Analysis </a:t>
            </a:r>
          </a:p>
          <a:p>
            <a:r>
              <a:rPr lang="en-US" dirty="0"/>
              <a:t>Key Findings / Business Insights</a:t>
            </a:r>
          </a:p>
          <a:p>
            <a:r>
              <a:rPr lang="en-US" dirty="0"/>
              <a:t>Recommendations</a:t>
            </a:r>
          </a:p>
          <a:p>
            <a:r>
              <a:rPr lang="en-US" dirty="0"/>
              <a:t>Dashboards</a:t>
            </a:r>
          </a:p>
          <a:p>
            <a:r>
              <a:rPr lang="en-US" dirty="0" err="1"/>
              <a:t>MySql</a:t>
            </a:r>
            <a:r>
              <a:rPr lang="en-US" dirty="0"/>
              <a:t> Queries </a:t>
            </a:r>
          </a:p>
          <a:p>
            <a:r>
              <a:rPr lang="en-US" dirty="0"/>
              <a:t>Conclusion</a:t>
            </a:r>
          </a:p>
          <a:p>
            <a:endParaRPr lang="en-US" dirty="0"/>
          </a:p>
        </p:txBody>
      </p:sp>
    </p:spTree>
    <p:extLst>
      <p:ext uri="{BB962C8B-B14F-4D97-AF65-F5344CB8AC3E}">
        <p14:creationId xmlns:p14="http://schemas.microsoft.com/office/powerpoint/2010/main" val="3913219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EDA75-0988-2AC2-87F8-8DEC83A7B9CA}"/>
              </a:ext>
            </a:extLst>
          </p:cNvPr>
          <p:cNvSpPr>
            <a:spLocks noGrp="1"/>
          </p:cNvSpPr>
          <p:nvPr>
            <p:ph type="title"/>
          </p:nvPr>
        </p:nvSpPr>
        <p:spPr>
          <a:xfrm>
            <a:off x="3849329" y="146964"/>
            <a:ext cx="4493342" cy="816338"/>
          </a:xfrm>
        </p:spPr>
        <p:txBody>
          <a:bodyPr/>
          <a:lstStyle/>
          <a:p>
            <a:r>
              <a:rPr lang="en-US" dirty="0"/>
              <a:t>introduction</a:t>
            </a:r>
          </a:p>
        </p:txBody>
      </p:sp>
      <p:sp>
        <p:nvSpPr>
          <p:cNvPr id="5" name="TextBox 4">
            <a:extLst>
              <a:ext uri="{FF2B5EF4-FFF2-40B4-BE49-F238E27FC236}">
                <a16:creationId xmlns:a16="http://schemas.microsoft.com/office/drawing/2014/main" id="{BD326677-DA45-2EC2-0B4A-1E70B0427841}"/>
              </a:ext>
            </a:extLst>
          </p:cNvPr>
          <p:cNvSpPr txBox="1"/>
          <p:nvPr/>
        </p:nvSpPr>
        <p:spPr>
          <a:xfrm>
            <a:off x="727587" y="963302"/>
            <a:ext cx="9497961" cy="4708981"/>
          </a:xfrm>
          <a:prstGeom prst="rect">
            <a:avLst/>
          </a:prstGeom>
          <a:noFill/>
        </p:spPr>
        <p:txBody>
          <a:bodyPr wrap="square" rtlCol="0">
            <a:spAutoFit/>
          </a:bodyPr>
          <a:lstStyle/>
          <a:p>
            <a:pPr marL="285750" lvl="0" indent="-285750">
              <a:buFont typeface="Arial" panose="020B0604020202020204" pitchFamily="34" charset="0"/>
              <a:buChar char="•"/>
            </a:pPr>
            <a:r>
              <a:rPr lang="en-IN" sz="2000" dirty="0">
                <a:solidFill>
                  <a:schemeClr val="accent6"/>
                </a:solidFill>
                <a:latin typeface="Aptos" panose="020B0004020202020204" pitchFamily="34" charset="0"/>
                <a:ea typeface="Segoe UI Emoji" panose="020B0502040204020203" pitchFamily="34" charset="0"/>
              </a:rPr>
              <a:t>Analysed insurance policy data to understand overall business performance. </a:t>
            </a:r>
          </a:p>
          <a:p>
            <a:pPr lvl="0"/>
            <a:endParaRPr lang="en-IN" sz="2000" dirty="0">
              <a:solidFill>
                <a:schemeClr val="accent6"/>
              </a:solidFill>
              <a:latin typeface="Aptos" panose="020B0004020202020204" pitchFamily="34" charset="0"/>
              <a:ea typeface="Segoe UI Emoji" panose="020B0502040204020203" pitchFamily="34" charset="0"/>
            </a:endParaRPr>
          </a:p>
          <a:p>
            <a:pPr marL="285750" lvl="0" indent="-285750">
              <a:buFont typeface="Arial" panose="020B0604020202020204" pitchFamily="34" charset="0"/>
              <a:buChar char="•"/>
            </a:pPr>
            <a:r>
              <a:rPr lang="en-IN" sz="2000" dirty="0">
                <a:solidFill>
                  <a:schemeClr val="accent6"/>
                </a:solidFill>
                <a:latin typeface="Aptos" panose="020B0004020202020204" pitchFamily="34" charset="0"/>
                <a:ea typeface="Segoe UI Emoji" panose="020B0502040204020203" pitchFamily="34" charset="0"/>
              </a:rPr>
              <a:t>Studied policy distribution, customer behaviour, claims, payments, and premium trends. </a:t>
            </a:r>
          </a:p>
          <a:p>
            <a:pPr lvl="0"/>
            <a:endParaRPr lang="en-IN" sz="2000" dirty="0">
              <a:solidFill>
                <a:schemeClr val="accent6"/>
              </a:solidFill>
              <a:latin typeface="Aptos" panose="020B0004020202020204" pitchFamily="34" charset="0"/>
              <a:ea typeface="Segoe UI Emoji" panose="020B0502040204020203" pitchFamily="34" charset="0"/>
            </a:endParaRPr>
          </a:p>
          <a:p>
            <a:pPr marL="285750" lvl="0" indent="-285750">
              <a:buFont typeface="Arial" panose="020B0604020202020204" pitchFamily="34" charset="0"/>
              <a:buChar char="•"/>
            </a:pPr>
            <a:r>
              <a:rPr lang="en-IN" sz="2000" dirty="0">
                <a:solidFill>
                  <a:schemeClr val="accent6"/>
                </a:solidFill>
                <a:latin typeface="Aptos" panose="020B0004020202020204" pitchFamily="34" charset="0"/>
                <a:ea typeface="Segoe UI Emoji" panose="020B0502040204020203" pitchFamily="34" charset="0"/>
              </a:rPr>
              <a:t>Developed key KPIs and visualizations to identify important patterns in the data.</a:t>
            </a:r>
          </a:p>
          <a:p>
            <a:pPr lvl="0"/>
            <a:r>
              <a:rPr lang="en-IN" sz="2000" dirty="0">
                <a:solidFill>
                  <a:schemeClr val="accent6"/>
                </a:solidFill>
                <a:latin typeface="Aptos" panose="020B0004020202020204" pitchFamily="34" charset="0"/>
                <a:ea typeface="Segoe UI Emoji" panose="020B0502040204020203" pitchFamily="34" charset="0"/>
              </a:rPr>
              <a:t> </a:t>
            </a:r>
          </a:p>
          <a:p>
            <a:pPr marL="285750" lvl="0" indent="-285750">
              <a:buFont typeface="Arial" panose="020B0604020202020204" pitchFamily="34" charset="0"/>
              <a:buChar char="•"/>
            </a:pPr>
            <a:r>
              <a:rPr lang="en-IN" sz="2000" dirty="0">
                <a:solidFill>
                  <a:schemeClr val="accent6"/>
                </a:solidFill>
                <a:latin typeface="Aptos" panose="020B0004020202020204" pitchFamily="34" charset="0"/>
                <a:ea typeface="Segoe UI Emoji" panose="020B0502040204020203" pitchFamily="34" charset="0"/>
              </a:rPr>
              <a:t>Used Excel and MySQL for data analysis and validation. </a:t>
            </a:r>
          </a:p>
          <a:p>
            <a:pPr lvl="0"/>
            <a:endParaRPr lang="en-IN" sz="2000" dirty="0">
              <a:solidFill>
                <a:schemeClr val="accent6"/>
              </a:solidFill>
              <a:latin typeface="Aptos" panose="020B0004020202020204" pitchFamily="34" charset="0"/>
              <a:ea typeface="Segoe UI Emoji" panose="020B0502040204020203" pitchFamily="34" charset="0"/>
            </a:endParaRPr>
          </a:p>
          <a:p>
            <a:pPr marL="285750" lvl="0" indent="-285750">
              <a:buFont typeface="Arial" panose="020B0604020202020204" pitchFamily="34" charset="0"/>
              <a:buChar char="•"/>
            </a:pPr>
            <a:r>
              <a:rPr lang="en-IN" sz="2000" dirty="0">
                <a:solidFill>
                  <a:schemeClr val="accent6"/>
                </a:solidFill>
                <a:latin typeface="Aptos" panose="020B0004020202020204" pitchFamily="34" charset="0"/>
                <a:ea typeface="Segoe UI Emoji" panose="020B0502040204020203" pitchFamily="34" charset="0"/>
              </a:rPr>
              <a:t>Used Power BI and Tableau to create interactive dashboards and visual reports. </a:t>
            </a:r>
          </a:p>
          <a:p>
            <a:pPr lvl="0"/>
            <a:endParaRPr lang="en-IN" sz="2000" dirty="0">
              <a:solidFill>
                <a:schemeClr val="accent6"/>
              </a:solidFill>
              <a:latin typeface="Aptos" panose="020B0004020202020204" pitchFamily="34" charset="0"/>
              <a:ea typeface="Segoe UI Emoji" panose="020B0502040204020203" pitchFamily="34" charset="0"/>
            </a:endParaRPr>
          </a:p>
          <a:p>
            <a:pPr marL="285750" lvl="0" indent="-285750">
              <a:buFont typeface="Arial" panose="020B0604020202020204" pitchFamily="34" charset="0"/>
              <a:buChar char="•"/>
            </a:pPr>
            <a:r>
              <a:rPr lang="en-IN" sz="2000" dirty="0">
                <a:solidFill>
                  <a:schemeClr val="accent6"/>
                </a:solidFill>
                <a:latin typeface="Aptos" panose="020B0004020202020204" pitchFamily="34" charset="0"/>
                <a:ea typeface="Segoe UI Emoji" panose="020B0502040204020203" pitchFamily="34" charset="0"/>
              </a:rPr>
              <a:t>Identified key business insights and opportunities for improvement. </a:t>
            </a:r>
          </a:p>
          <a:p>
            <a:pPr lvl="0"/>
            <a:endParaRPr lang="en-IN" sz="2000" dirty="0">
              <a:solidFill>
                <a:schemeClr val="accent6"/>
              </a:solidFill>
              <a:latin typeface="Aptos" panose="020B0004020202020204" pitchFamily="34" charset="0"/>
              <a:ea typeface="Segoe UI Emoji" panose="020B0502040204020203" pitchFamily="34" charset="0"/>
            </a:endParaRPr>
          </a:p>
          <a:p>
            <a:pPr marL="285750" lvl="0" indent="-285750">
              <a:buFont typeface="Arial" panose="020B0604020202020204" pitchFamily="34" charset="0"/>
              <a:buChar char="•"/>
            </a:pPr>
            <a:r>
              <a:rPr lang="en-IN" sz="2000" dirty="0">
                <a:solidFill>
                  <a:schemeClr val="accent6"/>
                </a:solidFill>
                <a:latin typeface="Aptos" panose="020B0004020202020204" pitchFamily="34" charset="0"/>
                <a:ea typeface="Segoe UI Emoji" panose="020B0502040204020203" pitchFamily="34" charset="0"/>
              </a:rPr>
              <a:t>Provided data-driven recommendations to support better business decisions. </a:t>
            </a:r>
          </a:p>
          <a:p>
            <a:endParaRPr lang="en-IN" sz="2000" dirty="0">
              <a:solidFill>
                <a:schemeClr val="accent6"/>
              </a:solidFill>
              <a:latin typeface="Aptos" panose="020B0004020202020204" pitchFamily="34" charset="0"/>
              <a:ea typeface="Segoe UI Emoji" panose="020B0502040204020203" pitchFamily="34" charset="0"/>
            </a:endParaRPr>
          </a:p>
        </p:txBody>
      </p:sp>
    </p:spTree>
    <p:extLst>
      <p:ext uri="{BB962C8B-B14F-4D97-AF65-F5344CB8AC3E}">
        <p14:creationId xmlns:p14="http://schemas.microsoft.com/office/powerpoint/2010/main" val="29064919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180C6A-1314-2C12-8010-572703FF69F0}"/>
              </a:ext>
            </a:extLst>
          </p:cNvPr>
          <p:cNvSpPr/>
          <p:nvPr/>
        </p:nvSpPr>
        <p:spPr>
          <a:xfrm>
            <a:off x="549729" y="672037"/>
            <a:ext cx="4561114" cy="59247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53B219B-7E3A-7E84-6386-37313F0CFB09}"/>
              </a:ext>
            </a:extLst>
          </p:cNvPr>
          <p:cNvSpPr>
            <a:spLocks noGrp="1"/>
          </p:cNvSpPr>
          <p:nvPr>
            <p:ph type="title"/>
          </p:nvPr>
        </p:nvSpPr>
        <p:spPr>
          <a:xfrm>
            <a:off x="649454" y="-88602"/>
            <a:ext cx="11049000" cy="499382"/>
          </a:xfrm>
        </p:spPr>
        <p:txBody>
          <a:bodyPr/>
          <a:lstStyle/>
          <a:p>
            <a:pPr algn="ctr"/>
            <a:r>
              <a:rPr lang="en-US" sz="2400" dirty="0"/>
              <a:t>Kpi-1 : POLICY TYPE WISE POLICY COUNT</a:t>
            </a:r>
          </a:p>
        </p:txBody>
      </p:sp>
      <p:sp>
        <p:nvSpPr>
          <p:cNvPr id="3" name="Text Placeholder 2">
            <a:extLst>
              <a:ext uri="{FF2B5EF4-FFF2-40B4-BE49-F238E27FC236}">
                <a16:creationId xmlns:a16="http://schemas.microsoft.com/office/drawing/2014/main" id="{A2E339BF-E6D7-DD0E-AF02-6813852EE723}"/>
              </a:ext>
            </a:extLst>
          </p:cNvPr>
          <p:cNvSpPr>
            <a:spLocks noGrp="1"/>
          </p:cNvSpPr>
          <p:nvPr>
            <p:ph idx="1"/>
          </p:nvPr>
        </p:nvSpPr>
        <p:spPr>
          <a:xfrm>
            <a:off x="457199" y="410781"/>
            <a:ext cx="4691745" cy="6447220"/>
          </a:xfrm>
          <a:solidFill>
            <a:srgbClr val="FDFAF6"/>
          </a:solidFill>
        </p:spPr>
        <p:txBody>
          <a:bodyPr>
            <a:normAutofit/>
          </a:bodyPr>
          <a:lstStyle/>
          <a:p>
            <a:pPr marL="28575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The analysis shows that Health Insurance has the highest number of policies sold, with 1,316 policies.</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This is followed by Property Insurance (1,236), Life Insurance (1,234), and Auto Insurance (1,214).</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The company is performing relatively well in the Health Insurance segment.</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However, there is an opportunity to improve sales in the other three segments, particularly Auto Insurance, which has the lowest number of policies sold.</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The company should focus on increasing sales of Auto, Property, and Life Insurance while maintaining its strong performance in the Health Insurance segment.</a:t>
            </a:r>
          </a:p>
          <a:p>
            <a:pPr marL="285750" indent="-285750">
              <a:buFont typeface="Arial" panose="020B0604020202020204" pitchFamily="34" charset="0"/>
              <a:buChar char="•"/>
            </a:pPr>
            <a:endParaRPr lang="en-US" sz="1600" dirty="0">
              <a:latin typeface="Aptos" panose="020B0004020202020204" pitchFamily="34" charset="0"/>
            </a:endParaRPr>
          </a:p>
        </p:txBody>
      </p:sp>
      <p:pic>
        <p:nvPicPr>
          <p:cNvPr id="6" name="Picture Placeholder 5">
            <a:extLst>
              <a:ext uri="{FF2B5EF4-FFF2-40B4-BE49-F238E27FC236}">
                <a16:creationId xmlns:a16="http://schemas.microsoft.com/office/drawing/2014/main" id="{FECDA901-DD88-89EB-E10E-A2994D0A92DB}"/>
              </a:ext>
            </a:extLst>
          </p:cNvPr>
          <p:cNvPicPr>
            <a:picLocks noGrp="1" noChangeAspect="1"/>
          </p:cNvPicPr>
          <p:nvPr>
            <p:ph type="pic" sz="quarter" idx="11"/>
          </p:nvPr>
        </p:nvPicPr>
        <p:blipFill>
          <a:blip r:embed="rId3"/>
          <a:srcRect l="306" r="1069"/>
          <a:stretch>
            <a:fillRect/>
          </a:stretch>
        </p:blipFill>
        <p:spPr>
          <a:xfrm>
            <a:off x="5717994" y="672037"/>
            <a:ext cx="5592263" cy="5119163"/>
          </a:xfrm>
          <a:ln>
            <a:noFill/>
          </a:ln>
        </p:spPr>
      </p:pic>
    </p:spTree>
    <p:extLst>
      <p:ext uri="{BB962C8B-B14F-4D97-AF65-F5344CB8AC3E}">
        <p14:creationId xmlns:p14="http://schemas.microsoft.com/office/powerpoint/2010/main" val="29529238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8E30A-A062-E95B-1BA4-2F4D015511B2}"/>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1B1DBCC0-F838-25DF-9452-28A55A076767}"/>
              </a:ext>
            </a:extLst>
          </p:cNvPr>
          <p:cNvSpPr/>
          <p:nvPr/>
        </p:nvSpPr>
        <p:spPr>
          <a:xfrm>
            <a:off x="549729" y="672037"/>
            <a:ext cx="4561114" cy="59247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A58AA68-7DD6-8713-F401-FB0101FF2C98}"/>
              </a:ext>
            </a:extLst>
          </p:cNvPr>
          <p:cNvSpPr>
            <a:spLocks noGrp="1"/>
          </p:cNvSpPr>
          <p:nvPr>
            <p:ph type="title"/>
          </p:nvPr>
        </p:nvSpPr>
        <p:spPr>
          <a:xfrm>
            <a:off x="649454" y="-88602"/>
            <a:ext cx="11049000" cy="499382"/>
          </a:xfrm>
        </p:spPr>
        <p:txBody>
          <a:bodyPr/>
          <a:lstStyle/>
          <a:p>
            <a:pPr algn="ctr"/>
            <a:r>
              <a:rPr lang="en-US" sz="2400" dirty="0"/>
              <a:t>Kpi-2 : POLICY STATUS WISE POLICY COUNT </a:t>
            </a:r>
          </a:p>
        </p:txBody>
      </p:sp>
      <p:sp>
        <p:nvSpPr>
          <p:cNvPr id="3" name="Text Placeholder 2">
            <a:extLst>
              <a:ext uri="{FF2B5EF4-FFF2-40B4-BE49-F238E27FC236}">
                <a16:creationId xmlns:a16="http://schemas.microsoft.com/office/drawing/2014/main" id="{FCB65BCB-4F98-7A62-68CA-3F19C8D0EF33}"/>
              </a:ext>
            </a:extLst>
          </p:cNvPr>
          <p:cNvSpPr>
            <a:spLocks noGrp="1"/>
          </p:cNvSpPr>
          <p:nvPr>
            <p:ph idx="1"/>
          </p:nvPr>
        </p:nvSpPr>
        <p:spPr>
          <a:xfrm>
            <a:off x="457199" y="410781"/>
            <a:ext cx="4691745" cy="6447220"/>
          </a:xfrm>
          <a:solidFill>
            <a:srgbClr val="FDFAF6"/>
          </a:solidFill>
        </p:spPr>
        <p:txBody>
          <a:bodyPr>
            <a:normAutofit/>
          </a:bodyPr>
          <a:lstStyle/>
          <a:p>
            <a:pPr marL="28575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The analysis shows that 1,682 policies are currently active, which is a positive indicator for the company.</a:t>
            </a:r>
          </a:p>
          <a:p>
            <a:pPr lvl="0"/>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However, 1,640 policies are lapsed, which is a significant concern and represents a major opportunity for improvement.</a:t>
            </a:r>
          </a:p>
          <a:p>
            <a:pPr lvl="0"/>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The company should focus on policy renewals and reactivation strategies to bring as many lapsed policies back into the active category as possible.</a:t>
            </a:r>
          </a:p>
          <a:p>
            <a:pPr lvl="0"/>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A significant number of policies have also been terminated, highlighting the need to strengthen customer retention and understand the key reasons behind policy termination.</a:t>
            </a:r>
          </a:p>
          <a:p>
            <a:pPr lvl="0"/>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Alongside renewal and retention efforts, the company should focus on acquiring new customers and selling new policies to compensate for terminated policies and support overall revenue growth.</a:t>
            </a:r>
          </a:p>
          <a:p>
            <a:pPr marL="285750" indent="-285750">
              <a:buFont typeface="Arial" panose="020B0604020202020204" pitchFamily="34" charset="0"/>
              <a:buChar char="•"/>
            </a:pPr>
            <a:endParaRPr lang="en-US" sz="1600" dirty="0">
              <a:latin typeface="Aptos" panose="020B0004020202020204" pitchFamily="34" charset="0"/>
            </a:endParaRPr>
          </a:p>
        </p:txBody>
      </p:sp>
      <p:pic>
        <p:nvPicPr>
          <p:cNvPr id="6" name="Picture Placeholder 5">
            <a:extLst>
              <a:ext uri="{FF2B5EF4-FFF2-40B4-BE49-F238E27FC236}">
                <a16:creationId xmlns:a16="http://schemas.microsoft.com/office/drawing/2014/main" id="{8297C8FA-5D4B-A9EA-95F2-A34ACF0F6849}"/>
              </a:ext>
            </a:extLst>
          </p:cNvPr>
          <p:cNvPicPr>
            <a:picLocks noGrp="1" noChangeAspect="1"/>
          </p:cNvPicPr>
          <p:nvPr>
            <p:ph type="pic" sz="quarter" idx="11"/>
          </p:nvPr>
        </p:nvPicPr>
        <p:blipFill>
          <a:blip r:embed="rId3"/>
          <a:srcRect l="30" r="106"/>
          <a:stretch>
            <a:fillRect/>
          </a:stretch>
        </p:blipFill>
        <p:spPr>
          <a:xfrm>
            <a:off x="5834743" y="672037"/>
            <a:ext cx="5526951" cy="5195363"/>
          </a:xfrm>
          <a:ln>
            <a:noFill/>
          </a:ln>
        </p:spPr>
      </p:pic>
    </p:spTree>
    <p:extLst>
      <p:ext uri="{BB962C8B-B14F-4D97-AF65-F5344CB8AC3E}">
        <p14:creationId xmlns:p14="http://schemas.microsoft.com/office/powerpoint/2010/main" val="22404048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DF665-353C-387B-F1E9-7BE2B9C982AE}"/>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F774094-C7E6-8966-C742-4349D7E8BC00}"/>
              </a:ext>
            </a:extLst>
          </p:cNvPr>
          <p:cNvSpPr/>
          <p:nvPr/>
        </p:nvSpPr>
        <p:spPr>
          <a:xfrm>
            <a:off x="549729" y="672037"/>
            <a:ext cx="4561114" cy="59247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5AA3324-D2B3-E785-C655-0EA7BE462CDE}"/>
              </a:ext>
            </a:extLst>
          </p:cNvPr>
          <p:cNvSpPr>
            <a:spLocks noGrp="1"/>
          </p:cNvSpPr>
          <p:nvPr>
            <p:ph type="title"/>
          </p:nvPr>
        </p:nvSpPr>
        <p:spPr>
          <a:xfrm>
            <a:off x="649454" y="-88602"/>
            <a:ext cx="11049000" cy="499382"/>
          </a:xfrm>
        </p:spPr>
        <p:txBody>
          <a:bodyPr/>
          <a:lstStyle/>
          <a:p>
            <a:pPr algn="ctr"/>
            <a:r>
              <a:rPr lang="en-US" sz="2400" dirty="0"/>
              <a:t>Kpi-3 : age bucket – wise policy count</a:t>
            </a:r>
          </a:p>
        </p:txBody>
      </p:sp>
      <p:sp>
        <p:nvSpPr>
          <p:cNvPr id="3" name="Text Placeholder 2">
            <a:extLst>
              <a:ext uri="{FF2B5EF4-FFF2-40B4-BE49-F238E27FC236}">
                <a16:creationId xmlns:a16="http://schemas.microsoft.com/office/drawing/2014/main" id="{CD01859B-3A58-BC42-7735-AC9B83801598}"/>
              </a:ext>
            </a:extLst>
          </p:cNvPr>
          <p:cNvSpPr>
            <a:spLocks noGrp="1"/>
          </p:cNvSpPr>
          <p:nvPr>
            <p:ph idx="1"/>
          </p:nvPr>
        </p:nvSpPr>
        <p:spPr>
          <a:xfrm>
            <a:off x="457199" y="410781"/>
            <a:ext cx="4691745" cy="6447220"/>
          </a:xfrm>
          <a:solidFill>
            <a:srgbClr val="FDFAF6"/>
          </a:solidFill>
        </p:spPr>
        <p:txBody>
          <a:bodyPr>
            <a:normAutofit/>
          </a:bodyPr>
          <a:lstStyle/>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Customers aged 56+ hold the highest number of policies, making them a highly valuable customer segment. </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The company should focus on building strong, long-term relationships with this segment and retaining them. </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Customers aged 46–55 should also be targeted, as they are approaching the 56+ segment and represent a strong future customer base.</a:t>
            </a:r>
          </a:p>
          <a:p>
            <a:pPr lvl="0"/>
            <a:r>
              <a:rPr lang="en-IN" sz="1600" dirty="0">
                <a:latin typeface="Aptos" panose="020B0004020202020204" pitchFamily="34" charset="0"/>
              </a:rPr>
              <a:t> </a:t>
            </a:r>
          </a:p>
          <a:p>
            <a:pPr marL="285750" lvl="0" indent="-285750">
              <a:buFont typeface="Arial" panose="020B0604020202020204" pitchFamily="34" charset="0"/>
              <a:buChar char="•"/>
            </a:pPr>
            <a:r>
              <a:rPr lang="en-IN" sz="1600" dirty="0">
                <a:latin typeface="Aptos" panose="020B0004020202020204" pitchFamily="34" charset="0"/>
              </a:rPr>
              <a:t>The company should also focus on the 18–25 age group by offering attractive plans, benefits, or incentives that encourage them to start investing in insurance early.</a:t>
            </a:r>
          </a:p>
          <a:p>
            <a:pPr lvl="0"/>
            <a:r>
              <a:rPr lang="en-IN" sz="1600" dirty="0">
                <a:latin typeface="Aptos" panose="020B0004020202020204" pitchFamily="34" charset="0"/>
              </a:rPr>
              <a:t> </a:t>
            </a:r>
          </a:p>
          <a:p>
            <a:pPr marL="285750" lvl="0" indent="-285750">
              <a:buFont typeface="Arial" panose="020B0604020202020204" pitchFamily="34" charset="0"/>
              <a:buChar char="•"/>
            </a:pPr>
            <a:r>
              <a:rPr lang="en-IN" sz="1600" dirty="0">
                <a:latin typeface="Aptos" panose="020B0004020202020204" pitchFamily="34" charset="0"/>
              </a:rPr>
              <a:t>This approach can help the company retain valuable customers, build future customer relationships, and increase overall policy sales.</a:t>
            </a:r>
          </a:p>
          <a:p>
            <a:pPr marL="285750" indent="-285750">
              <a:buFont typeface="Arial" panose="020B0604020202020204" pitchFamily="34" charset="0"/>
              <a:buChar char="•"/>
            </a:pPr>
            <a:endParaRPr lang="en-US" sz="1600" dirty="0">
              <a:latin typeface="Aptos" panose="020B0004020202020204" pitchFamily="34" charset="0"/>
            </a:endParaRPr>
          </a:p>
        </p:txBody>
      </p:sp>
      <p:pic>
        <p:nvPicPr>
          <p:cNvPr id="8" name="Picture Placeholder 7">
            <a:extLst>
              <a:ext uri="{FF2B5EF4-FFF2-40B4-BE49-F238E27FC236}">
                <a16:creationId xmlns:a16="http://schemas.microsoft.com/office/drawing/2014/main" id="{6964720E-2AA3-6B8C-A772-146E226F702E}"/>
              </a:ext>
            </a:extLst>
          </p:cNvPr>
          <p:cNvPicPr>
            <a:picLocks noGrp="1" noChangeAspect="1"/>
          </p:cNvPicPr>
          <p:nvPr>
            <p:ph type="pic" sz="quarter" idx="11"/>
          </p:nvPr>
        </p:nvPicPr>
        <p:blipFill>
          <a:blip r:embed="rId3"/>
          <a:srcRect l="-38" r="128"/>
          <a:stretch>
            <a:fillRect/>
          </a:stretch>
        </p:blipFill>
        <p:spPr>
          <a:xfrm>
            <a:off x="5866527" y="672049"/>
            <a:ext cx="5509395" cy="5404286"/>
          </a:xfrm>
          <a:prstGeom prst="rect">
            <a:avLst/>
          </a:prstGeom>
          <a:solidFill>
            <a:srgbClr val="AAC3E8"/>
          </a:solidFill>
        </p:spPr>
      </p:pic>
    </p:spTree>
    <p:extLst>
      <p:ext uri="{BB962C8B-B14F-4D97-AF65-F5344CB8AC3E}">
        <p14:creationId xmlns:p14="http://schemas.microsoft.com/office/powerpoint/2010/main" val="31504394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4EFB6-1696-A4D5-5F40-75A387CADACC}"/>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0440D223-2705-3250-99B7-D2DAE29C1086}"/>
              </a:ext>
            </a:extLst>
          </p:cNvPr>
          <p:cNvSpPr/>
          <p:nvPr/>
        </p:nvSpPr>
        <p:spPr>
          <a:xfrm>
            <a:off x="549729" y="672037"/>
            <a:ext cx="4561114" cy="59247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A465EA5-2D9A-C440-2B8F-792569C55F56}"/>
              </a:ext>
            </a:extLst>
          </p:cNvPr>
          <p:cNvSpPr>
            <a:spLocks noGrp="1"/>
          </p:cNvSpPr>
          <p:nvPr>
            <p:ph type="title"/>
          </p:nvPr>
        </p:nvSpPr>
        <p:spPr>
          <a:xfrm>
            <a:off x="649454" y="-88602"/>
            <a:ext cx="11049000" cy="499382"/>
          </a:xfrm>
        </p:spPr>
        <p:txBody>
          <a:bodyPr/>
          <a:lstStyle/>
          <a:p>
            <a:pPr algn="ctr"/>
            <a:r>
              <a:rPr lang="en-US" sz="2400" dirty="0"/>
              <a:t>Kpi-4 : payment status wise policy count</a:t>
            </a:r>
          </a:p>
        </p:txBody>
      </p:sp>
      <p:sp>
        <p:nvSpPr>
          <p:cNvPr id="3" name="Text Placeholder 2">
            <a:extLst>
              <a:ext uri="{FF2B5EF4-FFF2-40B4-BE49-F238E27FC236}">
                <a16:creationId xmlns:a16="http://schemas.microsoft.com/office/drawing/2014/main" id="{8F26E6F9-A46B-3FB5-B9AB-0FF632404477}"/>
              </a:ext>
            </a:extLst>
          </p:cNvPr>
          <p:cNvSpPr>
            <a:spLocks noGrp="1"/>
          </p:cNvSpPr>
          <p:nvPr>
            <p:ph idx="1"/>
          </p:nvPr>
        </p:nvSpPr>
        <p:spPr>
          <a:xfrm>
            <a:off x="457199" y="410781"/>
            <a:ext cx="4691745" cy="6447220"/>
          </a:xfrm>
          <a:solidFill>
            <a:srgbClr val="FDFAF6"/>
          </a:solidFill>
        </p:spPr>
        <p:txBody>
          <a:bodyPr>
            <a:normAutofit/>
          </a:bodyPr>
          <a:lstStyle/>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The analysis highlights payment failures as a major concern, with 2,484 failed payments compared with 2,516 successful payments. </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Although the number of successful payments is slightly higher, the volume of failed payments is still significantly high and could directly impact the company’s revenue and customer retention.</a:t>
            </a:r>
          </a:p>
          <a:p>
            <a:pPr lvl="0"/>
            <a:r>
              <a:rPr lang="en-IN" sz="1600" dirty="0">
                <a:latin typeface="Aptos" panose="020B0004020202020204" pitchFamily="34" charset="0"/>
              </a:rPr>
              <a:t> </a:t>
            </a:r>
          </a:p>
          <a:p>
            <a:pPr marL="285750" lvl="0" indent="-285750">
              <a:buFont typeface="Arial" panose="020B0604020202020204" pitchFamily="34" charset="0"/>
              <a:buChar char="•"/>
            </a:pPr>
            <a:r>
              <a:rPr lang="en-IN" sz="1600" dirty="0">
                <a:latin typeface="Aptos" panose="020B0004020202020204" pitchFamily="34" charset="0"/>
              </a:rPr>
              <a:t>The company should investigate the root causes of these payment failures, such as payment gateway issues, transaction errors, or customer-related factors.</a:t>
            </a:r>
          </a:p>
          <a:p>
            <a:pPr lvl="0"/>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Identifying and resolving these issues should be a high priority to reduce failed transactions, improve the payment success rate, and minimize potential revenue loss. </a:t>
            </a:r>
          </a:p>
          <a:p>
            <a:pPr marL="285750" indent="-285750">
              <a:buFont typeface="Arial" panose="020B0604020202020204" pitchFamily="34" charset="0"/>
              <a:buChar char="•"/>
            </a:pPr>
            <a:endParaRPr lang="en-US" sz="1600" dirty="0">
              <a:latin typeface="Aptos" panose="020B0004020202020204" pitchFamily="34" charset="0"/>
            </a:endParaRPr>
          </a:p>
        </p:txBody>
      </p:sp>
      <p:pic>
        <p:nvPicPr>
          <p:cNvPr id="8" name="Picture Placeholder 7">
            <a:extLst>
              <a:ext uri="{FF2B5EF4-FFF2-40B4-BE49-F238E27FC236}">
                <a16:creationId xmlns:a16="http://schemas.microsoft.com/office/drawing/2014/main" id="{0766AACE-8239-A3FD-8A59-107DA0243CEE}"/>
              </a:ext>
            </a:extLst>
          </p:cNvPr>
          <p:cNvPicPr>
            <a:picLocks noGrp="1" noChangeAspect="1"/>
          </p:cNvPicPr>
          <p:nvPr>
            <p:ph type="pic" sz="quarter" idx="11"/>
          </p:nvPr>
        </p:nvPicPr>
        <p:blipFill>
          <a:blip r:embed="rId3"/>
          <a:srcRect l="72" r="329"/>
          <a:stretch>
            <a:fillRect/>
          </a:stretch>
        </p:blipFill>
        <p:spPr>
          <a:xfrm>
            <a:off x="5938683" y="672050"/>
            <a:ext cx="5703587" cy="5315796"/>
          </a:xfrm>
          <a:prstGeom prst="rect">
            <a:avLst/>
          </a:prstGeom>
          <a:solidFill>
            <a:srgbClr val="AAC3E8"/>
          </a:solidFill>
        </p:spPr>
      </p:pic>
    </p:spTree>
    <p:extLst>
      <p:ext uri="{BB962C8B-B14F-4D97-AF65-F5344CB8AC3E}">
        <p14:creationId xmlns:p14="http://schemas.microsoft.com/office/powerpoint/2010/main" val="39802892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4CD85-14C0-0A4D-DE0B-DDC2D5A24BEA}"/>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B2D94D9-275A-FA09-D9C9-875EAAB6F068}"/>
              </a:ext>
            </a:extLst>
          </p:cNvPr>
          <p:cNvSpPr/>
          <p:nvPr/>
        </p:nvSpPr>
        <p:spPr>
          <a:xfrm>
            <a:off x="549729" y="672037"/>
            <a:ext cx="4561114" cy="59247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4B1349A-9C5B-9E8D-D25D-A93AAF98F661}"/>
              </a:ext>
            </a:extLst>
          </p:cNvPr>
          <p:cNvSpPr>
            <a:spLocks noGrp="1"/>
          </p:cNvSpPr>
          <p:nvPr>
            <p:ph type="title"/>
          </p:nvPr>
        </p:nvSpPr>
        <p:spPr>
          <a:xfrm>
            <a:off x="649454" y="-88602"/>
            <a:ext cx="11049000" cy="499382"/>
          </a:xfrm>
        </p:spPr>
        <p:txBody>
          <a:bodyPr/>
          <a:lstStyle/>
          <a:p>
            <a:pPr algn="ctr"/>
            <a:r>
              <a:rPr lang="en-US" sz="2400" dirty="0"/>
              <a:t>Kpi-5 : </a:t>
            </a:r>
            <a:r>
              <a:rPr lang="en-US" sz="2400" dirty="0" err="1"/>
              <a:t>Y</a:t>
            </a:r>
            <a:r>
              <a:rPr lang="en-US" sz="1800" dirty="0" err="1"/>
              <a:t>O</a:t>
            </a:r>
            <a:r>
              <a:rPr lang="en-US" sz="2400" dirty="0" err="1"/>
              <a:t>y</a:t>
            </a:r>
            <a:r>
              <a:rPr lang="en-US" sz="2400" dirty="0"/>
              <a:t> / m</a:t>
            </a:r>
            <a:r>
              <a:rPr lang="en-US" sz="1800" dirty="0"/>
              <a:t>o</a:t>
            </a:r>
            <a:r>
              <a:rPr lang="en-US" sz="2400" dirty="0"/>
              <a:t>m / </a:t>
            </a:r>
            <a:r>
              <a:rPr lang="en-US" sz="2400" dirty="0" err="1"/>
              <a:t>q</a:t>
            </a:r>
            <a:r>
              <a:rPr lang="en-US" sz="1800" dirty="0" err="1"/>
              <a:t>o</a:t>
            </a:r>
            <a:r>
              <a:rPr lang="en-US" sz="2400" dirty="0" err="1"/>
              <a:t>q</a:t>
            </a:r>
            <a:r>
              <a:rPr lang="en-US" sz="2400" dirty="0"/>
              <a:t> premium performance </a:t>
            </a:r>
          </a:p>
        </p:txBody>
      </p:sp>
      <p:sp>
        <p:nvSpPr>
          <p:cNvPr id="3" name="Text Placeholder 2">
            <a:extLst>
              <a:ext uri="{FF2B5EF4-FFF2-40B4-BE49-F238E27FC236}">
                <a16:creationId xmlns:a16="http://schemas.microsoft.com/office/drawing/2014/main" id="{887A7EE8-3080-EC75-F655-1851A765B502}"/>
              </a:ext>
            </a:extLst>
          </p:cNvPr>
          <p:cNvSpPr>
            <a:spLocks noGrp="1"/>
          </p:cNvSpPr>
          <p:nvPr>
            <p:ph idx="1"/>
          </p:nvPr>
        </p:nvSpPr>
        <p:spPr>
          <a:xfrm>
            <a:off x="457199" y="410781"/>
            <a:ext cx="4691745" cy="6447220"/>
          </a:xfrm>
          <a:solidFill>
            <a:srgbClr val="FDFAF6"/>
          </a:solidFill>
        </p:spPr>
        <p:txBody>
          <a:bodyPr>
            <a:normAutofit/>
          </a:bodyPr>
          <a:lstStyle/>
          <a:p>
            <a:pPr marL="285750" indent="-285750">
              <a:buFont typeface="Arial" panose="020B0604020202020204" pitchFamily="34" charset="0"/>
              <a:buChar char="•"/>
            </a:pPr>
            <a:endParaRPr lang="en-IN" sz="1600" dirty="0">
              <a:latin typeface="Aptos" panose="020B0004020202020204" pitchFamily="34" charset="0"/>
            </a:endParaRPr>
          </a:p>
          <a:p>
            <a:pPr marL="285750" indent="-285750">
              <a:buFont typeface="Arial" panose="020B0604020202020204" pitchFamily="34" charset="0"/>
              <a:buChar char="•"/>
            </a:pPr>
            <a:endParaRPr lang="en-IN" sz="1600" dirty="0">
              <a:latin typeface="Aptos" panose="020B0004020202020204" pitchFamily="34" charset="0"/>
            </a:endParaRPr>
          </a:p>
          <a:p>
            <a:pPr marL="285750" indent="-285750">
              <a:buFont typeface="Arial" panose="020B0604020202020204" pitchFamily="34" charset="0"/>
              <a:buChar char="•"/>
            </a:pPr>
            <a:r>
              <a:rPr lang="en-IN" sz="1600" dirty="0">
                <a:latin typeface="Aptos" panose="020B0004020202020204" pitchFamily="34" charset="0"/>
              </a:rPr>
              <a:t>YoY analysis shows a recent decline, with premium decreasing by 9.39% in 2023 and 6.70% in 2024.</a:t>
            </a:r>
          </a:p>
          <a:p>
            <a:pPr marL="285750" indent="-285750">
              <a:buFont typeface="Arial" panose="020B0604020202020204" pitchFamily="34" charset="0"/>
              <a:buChar char="•"/>
            </a:pPr>
            <a:endParaRPr lang="en-IN" sz="1600" b="1" dirty="0"/>
          </a:p>
          <a:p>
            <a:pPr marL="285750" indent="-285750">
              <a:buFont typeface="Arial" panose="020B0604020202020204" pitchFamily="34" charset="0"/>
              <a:buChar char="•"/>
            </a:pPr>
            <a:r>
              <a:rPr lang="en-IN" sz="1600" dirty="0">
                <a:latin typeface="Aptos" panose="020B0004020202020204" pitchFamily="34" charset="0"/>
              </a:rPr>
              <a:t>Overall, the YoY trend indicates a recent decline in premium growth, highlighting the need to identify the underlying factors and take corrective actions to improve future performance.</a:t>
            </a:r>
          </a:p>
          <a:p>
            <a:pPr marL="285750" indent="-285750">
              <a:buFont typeface="Arial" panose="020B0604020202020204" pitchFamily="34" charset="0"/>
              <a:buChar char="•"/>
            </a:pPr>
            <a:endParaRPr lang="en-IN" sz="1600" dirty="0">
              <a:latin typeface="Aptos" panose="020B0004020202020204" pitchFamily="34" charset="0"/>
            </a:endParaRPr>
          </a:p>
          <a:p>
            <a:pPr marL="285750" indent="-285750">
              <a:buFont typeface="Arial" panose="020B0604020202020204" pitchFamily="34" charset="0"/>
              <a:buChar char="•"/>
            </a:pPr>
            <a:r>
              <a:rPr lang="en-IN" sz="1600" dirty="0">
                <a:latin typeface="Aptos" panose="020B0004020202020204" pitchFamily="34" charset="0"/>
              </a:rPr>
              <a:t>Premium performance shows considerable volatility across monthly and quarterly periods.</a:t>
            </a:r>
          </a:p>
          <a:p>
            <a:pPr marL="285750" indent="-285750">
              <a:buFont typeface="Arial" panose="020B0604020202020204" pitchFamily="34" charset="0"/>
              <a:buChar char="•"/>
            </a:pPr>
            <a:endParaRPr lang="en-IN" sz="1600" dirty="0">
              <a:latin typeface="Aptos" panose="020B0004020202020204" pitchFamily="34" charset="0"/>
            </a:endParaRPr>
          </a:p>
          <a:p>
            <a:pPr marL="285750" indent="-285750">
              <a:buFont typeface="Arial" panose="020B0604020202020204" pitchFamily="34" charset="0"/>
              <a:buChar char="•"/>
            </a:pPr>
            <a:r>
              <a:rPr lang="en-IN" sz="1600" dirty="0">
                <a:latin typeface="Aptos" panose="020B0004020202020204" pitchFamily="34" charset="0"/>
              </a:rPr>
              <a:t>MoM growth peaked at 18.08% in December, while July recorded the sharpest decline of 18.30%.</a:t>
            </a:r>
          </a:p>
          <a:p>
            <a:pPr marL="285750" indent="-285750">
              <a:buFont typeface="Arial" panose="020B0604020202020204" pitchFamily="34" charset="0"/>
              <a:buChar char="•"/>
            </a:pPr>
            <a:endParaRPr lang="en-IN" sz="1600" dirty="0">
              <a:latin typeface="Aptos" panose="020B0004020202020204" pitchFamily="34" charset="0"/>
            </a:endParaRPr>
          </a:p>
          <a:p>
            <a:pPr marL="285750" indent="-285750">
              <a:buFont typeface="Arial" panose="020B0604020202020204" pitchFamily="34" charset="0"/>
              <a:buChar char="•"/>
            </a:pPr>
            <a:r>
              <a:rPr lang="en-IN" sz="1600" dirty="0">
                <a:latin typeface="Aptos" panose="020B0004020202020204" pitchFamily="34" charset="0"/>
              </a:rPr>
              <a:t>QoQ performance recovered strongly in Q4 with 9.91% growth after a 7.17% decline in Q3.</a:t>
            </a:r>
          </a:p>
          <a:p>
            <a:endParaRPr lang="en-IN" sz="1600" dirty="0">
              <a:latin typeface="Aptos" panose="020B0004020202020204" pitchFamily="34" charset="0"/>
            </a:endParaRPr>
          </a:p>
          <a:p>
            <a:pPr marL="285750" indent="-285750">
              <a:buFont typeface="Arial" panose="020B0604020202020204" pitchFamily="34" charset="0"/>
              <a:buChar char="•"/>
            </a:pPr>
            <a:r>
              <a:rPr lang="en-IN" sz="1600" dirty="0">
                <a:latin typeface="Aptos" panose="020B0004020202020204" pitchFamily="34" charset="0"/>
              </a:rPr>
              <a:t>This analysis is highlighting the need to investigate the factors affecting premium growth.</a:t>
            </a:r>
          </a:p>
          <a:p>
            <a:pPr marL="285750" indent="-285750">
              <a:buFont typeface="Arial" panose="020B0604020202020204" pitchFamily="34" charset="0"/>
              <a:buChar char="•"/>
            </a:pPr>
            <a:endParaRPr lang="en-US" sz="1600" dirty="0">
              <a:solidFill>
                <a:schemeClr val="tx1"/>
              </a:solidFill>
              <a:latin typeface="Aptos" panose="020B0004020202020204" pitchFamily="34" charset="0"/>
            </a:endParaRPr>
          </a:p>
        </p:txBody>
      </p:sp>
      <p:pic>
        <p:nvPicPr>
          <p:cNvPr id="8" name="Picture Placeholder 7">
            <a:extLst>
              <a:ext uri="{FF2B5EF4-FFF2-40B4-BE49-F238E27FC236}">
                <a16:creationId xmlns:a16="http://schemas.microsoft.com/office/drawing/2014/main" id="{9BF12033-294E-1CF2-ACA9-309709A7DC5A}"/>
              </a:ext>
            </a:extLst>
          </p:cNvPr>
          <p:cNvPicPr>
            <a:picLocks noGrp="1" noChangeAspect="1"/>
          </p:cNvPicPr>
          <p:nvPr>
            <p:ph type="pic" sz="quarter" idx="11"/>
          </p:nvPr>
        </p:nvPicPr>
        <p:blipFill>
          <a:blip r:embed="rId3"/>
          <a:srcRect l="210" r="120"/>
          <a:stretch>
            <a:fillRect/>
          </a:stretch>
        </p:blipFill>
        <p:spPr>
          <a:xfrm>
            <a:off x="6173954" y="570269"/>
            <a:ext cx="5083278" cy="2567057"/>
          </a:xfrm>
          <a:prstGeom prst="rect">
            <a:avLst/>
          </a:prstGeom>
          <a:solidFill>
            <a:srgbClr val="AAC3E8"/>
          </a:solidFill>
        </p:spPr>
      </p:pic>
      <p:pic>
        <p:nvPicPr>
          <p:cNvPr id="5" name="Picture 4">
            <a:extLst>
              <a:ext uri="{FF2B5EF4-FFF2-40B4-BE49-F238E27FC236}">
                <a16:creationId xmlns:a16="http://schemas.microsoft.com/office/drawing/2014/main" id="{509E9131-A868-EBDD-FD4D-B5FCDA66FDC6}"/>
              </a:ext>
            </a:extLst>
          </p:cNvPr>
          <p:cNvPicPr>
            <a:picLocks noChangeAspect="1"/>
          </p:cNvPicPr>
          <p:nvPr/>
        </p:nvPicPr>
        <p:blipFill>
          <a:blip r:embed="rId4"/>
          <a:stretch>
            <a:fillRect/>
          </a:stretch>
        </p:blipFill>
        <p:spPr>
          <a:xfrm>
            <a:off x="5169837" y="3491287"/>
            <a:ext cx="3481497" cy="2703035"/>
          </a:xfrm>
          <a:prstGeom prst="rect">
            <a:avLst/>
          </a:prstGeom>
        </p:spPr>
      </p:pic>
      <p:pic>
        <p:nvPicPr>
          <p:cNvPr id="7" name="Picture 6">
            <a:extLst>
              <a:ext uri="{FF2B5EF4-FFF2-40B4-BE49-F238E27FC236}">
                <a16:creationId xmlns:a16="http://schemas.microsoft.com/office/drawing/2014/main" id="{B8650791-2342-6F2B-9C38-660C242097E5}"/>
              </a:ext>
            </a:extLst>
          </p:cNvPr>
          <p:cNvPicPr>
            <a:picLocks noChangeAspect="1"/>
          </p:cNvPicPr>
          <p:nvPr/>
        </p:nvPicPr>
        <p:blipFill>
          <a:blip r:embed="rId5"/>
          <a:stretch>
            <a:fillRect/>
          </a:stretch>
        </p:blipFill>
        <p:spPr>
          <a:xfrm>
            <a:off x="8680830" y="3491287"/>
            <a:ext cx="3481497" cy="2703034"/>
          </a:xfrm>
          <a:prstGeom prst="rect">
            <a:avLst/>
          </a:prstGeom>
        </p:spPr>
      </p:pic>
    </p:spTree>
    <p:extLst>
      <p:ext uri="{BB962C8B-B14F-4D97-AF65-F5344CB8AC3E}">
        <p14:creationId xmlns:p14="http://schemas.microsoft.com/office/powerpoint/2010/main" val="1984739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98C0F-0AAF-E3EC-3EC2-9E24E60B6931}"/>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1BEFF863-9EC9-E020-C1E8-B1E5D3BD2E7E}"/>
              </a:ext>
            </a:extLst>
          </p:cNvPr>
          <p:cNvSpPr/>
          <p:nvPr/>
        </p:nvSpPr>
        <p:spPr>
          <a:xfrm>
            <a:off x="549729" y="672037"/>
            <a:ext cx="4561114" cy="59247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613A646-8C05-35B6-EA12-8B42B122EEC6}"/>
              </a:ext>
            </a:extLst>
          </p:cNvPr>
          <p:cNvSpPr>
            <a:spLocks noGrp="1"/>
          </p:cNvSpPr>
          <p:nvPr>
            <p:ph type="title"/>
          </p:nvPr>
        </p:nvSpPr>
        <p:spPr>
          <a:xfrm>
            <a:off x="649454" y="-88602"/>
            <a:ext cx="11049000" cy="499382"/>
          </a:xfrm>
        </p:spPr>
        <p:txBody>
          <a:bodyPr/>
          <a:lstStyle/>
          <a:p>
            <a:pPr algn="ctr"/>
            <a:r>
              <a:rPr lang="en-US" sz="2400" dirty="0"/>
              <a:t>Kpi-6 : policies expiring this year</a:t>
            </a:r>
          </a:p>
        </p:txBody>
      </p:sp>
      <p:sp>
        <p:nvSpPr>
          <p:cNvPr id="3" name="Text Placeholder 2">
            <a:extLst>
              <a:ext uri="{FF2B5EF4-FFF2-40B4-BE49-F238E27FC236}">
                <a16:creationId xmlns:a16="http://schemas.microsoft.com/office/drawing/2014/main" id="{F9AD32DC-BC70-86A3-5B46-210DE1D26904}"/>
              </a:ext>
            </a:extLst>
          </p:cNvPr>
          <p:cNvSpPr>
            <a:spLocks noGrp="1"/>
          </p:cNvSpPr>
          <p:nvPr>
            <p:ph idx="1"/>
          </p:nvPr>
        </p:nvSpPr>
        <p:spPr>
          <a:xfrm>
            <a:off x="457199" y="410781"/>
            <a:ext cx="4691745" cy="6447220"/>
          </a:xfrm>
          <a:solidFill>
            <a:srgbClr val="FDFAF6"/>
          </a:solidFill>
        </p:spPr>
        <p:txBody>
          <a:bodyPr>
            <a:normAutofit/>
          </a:bodyPr>
          <a:lstStyle/>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endParaRPr lang="en-IN" sz="1600" dirty="0">
              <a:latin typeface="Aptos" panose="020B0004020202020204" pitchFamily="34" charset="0"/>
            </a:endParaRPr>
          </a:p>
          <a:p>
            <a:pPr lvl="0"/>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This KPI highlights the number of policies that are scheduled to expire during the current year. </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This presents a valuable opportunity for the company, as there is still sufficient time to proactively approach these customers and encourage policy renewals. </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The company should prioritize these policies and ensure that potential renewals are not lost.</a:t>
            </a:r>
          </a:p>
          <a:p>
            <a:pPr lvl="0"/>
            <a:r>
              <a:rPr lang="en-IN" sz="1600" dirty="0">
                <a:latin typeface="Aptos" panose="020B0004020202020204" pitchFamily="34" charset="0"/>
              </a:rPr>
              <a:t> </a:t>
            </a:r>
          </a:p>
          <a:p>
            <a:pPr marL="285750" lvl="0" indent="-285750">
              <a:buFont typeface="Arial" panose="020B0604020202020204" pitchFamily="34" charset="0"/>
              <a:buChar char="•"/>
            </a:pPr>
            <a:r>
              <a:rPr lang="en-IN" sz="1600" dirty="0">
                <a:latin typeface="Aptos" panose="020B0004020202020204" pitchFamily="34" charset="0"/>
              </a:rPr>
              <a:t>The renewal team should take proactive action, engage with customers well before their expiry dates, and maximize the policy renewal rate.</a:t>
            </a:r>
          </a:p>
          <a:p>
            <a:pPr marL="285750" indent="-285750">
              <a:buFont typeface="Arial" panose="020B0604020202020204" pitchFamily="34" charset="0"/>
              <a:buChar char="•"/>
            </a:pPr>
            <a:endParaRPr lang="en-US" sz="1600" dirty="0">
              <a:latin typeface="Aptos" panose="020B0004020202020204" pitchFamily="34" charset="0"/>
            </a:endParaRPr>
          </a:p>
        </p:txBody>
      </p:sp>
      <p:pic>
        <p:nvPicPr>
          <p:cNvPr id="8" name="Picture Placeholder 7">
            <a:extLst>
              <a:ext uri="{FF2B5EF4-FFF2-40B4-BE49-F238E27FC236}">
                <a16:creationId xmlns:a16="http://schemas.microsoft.com/office/drawing/2014/main" id="{356D79A6-7370-4FE9-EA29-5A6EA867B6CB}"/>
              </a:ext>
            </a:extLst>
          </p:cNvPr>
          <p:cNvPicPr>
            <a:picLocks noGrp="1" noChangeAspect="1"/>
          </p:cNvPicPr>
          <p:nvPr>
            <p:ph type="pic" sz="quarter" idx="11"/>
          </p:nvPr>
        </p:nvPicPr>
        <p:blipFill>
          <a:blip r:embed="rId3"/>
          <a:srcRect l="21631" r="21631"/>
          <a:stretch/>
        </p:blipFill>
        <p:spPr>
          <a:xfrm>
            <a:off x="6751547" y="1047135"/>
            <a:ext cx="4615419" cy="4301614"/>
          </a:xfrm>
          <a:prstGeom prst="rect">
            <a:avLst/>
          </a:prstGeom>
          <a:solidFill>
            <a:srgbClr val="AAC3E8"/>
          </a:solidFill>
        </p:spPr>
      </p:pic>
    </p:spTree>
    <p:extLst>
      <p:ext uri="{BB962C8B-B14F-4D97-AF65-F5344CB8AC3E}">
        <p14:creationId xmlns:p14="http://schemas.microsoft.com/office/powerpoint/2010/main" val="867076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2ED74-AC38-63D9-6E70-319FE3270E65}"/>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C6E2A8FB-5D4F-9975-040C-77E9ABB68AF1}"/>
              </a:ext>
            </a:extLst>
          </p:cNvPr>
          <p:cNvSpPr/>
          <p:nvPr/>
        </p:nvSpPr>
        <p:spPr>
          <a:xfrm>
            <a:off x="549729" y="672037"/>
            <a:ext cx="4561114" cy="59247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BCDC59-29B8-0AEE-BE28-07ECD24489A9}"/>
              </a:ext>
            </a:extLst>
          </p:cNvPr>
          <p:cNvSpPr>
            <a:spLocks noGrp="1"/>
          </p:cNvSpPr>
          <p:nvPr>
            <p:ph type="title"/>
          </p:nvPr>
        </p:nvSpPr>
        <p:spPr>
          <a:xfrm>
            <a:off x="649454" y="-88602"/>
            <a:ext cx="11049000" cy="499382"/>
          </a:xfrm>
        </p:spPr>
        <p:txBody>
          <a:bodyPr/>
          <a:lstStyle/>
          <a:p>
            <a:pPr algn="ctr"/>
            <a:r>
              <a:rPr lang="en-US" sz="2400" dirty="0"/>
              <a:t>Kpi-7 : Customers holding multiple policies</a:t>
            </a:r>
          </a:p>
        </p:txBody>
      </p:sp>
      <p:sp>
        <p:nvSpPr>
          <p:cNvPr id="3" name="Text Placeholder 2">
            <a:extLst>
              <a:ext uri="{FF2B5EF4-FFF2-40B4-BE49-F238E27FC236}">
                <a16:creationId xmlns:a16="http://schemas.microsoft.com/office/drawing/2014/main" id="{15A9F072-6DC9-2FAB-9AE6-A2E39BFE53C0}"/>
              </a:ext>
            </a:extLst>
          </p:cNvPr>
          <p:cNvSpPr>
            <a:spLocks noGrp="1"/>
          </p:cNvSpPr>
          <p:nvPr>
            <p:ph idx="1"/>
          </p:nvPr>
        </p:nvSpPr>
        <p:spPr>
          <a:xfrm>
            <a:off x="457199" y="410781"/>
            <a:ext cx="4691745" cy="6447220"/>
          </a:xfrm>
          <a:solidFill>
            <a:srgbClr val="FDFAF6"/>
          </a:solidFill>
        </p:spPr>
        <p:txBody>
          <a:bodyPr>
            <a:normAutofit/>
          </a:bodyPr>
          <a:lstStyle/>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The analysis shows that 3,148 customers hold multiple policies, making them a highly valuable and loyal customer segment. </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Since these customers already demonstrate a strong level of trust and engagement with the company, they represent a significant opportunity for cross-selling and upselling. </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The company can introduce personalized offers, discounts, loyalty benefits, or bundled policies to encourage these customers to purchase additional products. </a:t>
            </a:r>
          </a:p>
          <a:p>
            <a:pPr marL="285750" lvl="0" indent="-285750">
              <a:buFont typeface="Arial" panose="020B0604020202020204" pitchFamily="34" charset="0"/>
              <a:buChar char="•"/>
            </a:pPr>
            <a:endParaRPr lang="en-IN" sz="1600" dirty="0">
              <a:latin typeface="Aptos" panose="020B0004020202020204" pitchFamily="34" charset="0"/>
            </a:endParaRPr>
          </a:p>
          <a:p>
            <a:pPr marL="285750" lvl="0" indent="-285750">
              <a:buFont typeface="Arial" panose="020B0604020202020204" pitchFamily="34" charset="0"/>
              <a:buChar char="•"/>
            </a:pPr>
            <a:r>
              <a:rPr lang="en-IN" sz="1600" dirty="0">
                <a:latin typeface="Aptos" panose="020B0004020202020204" pitchFamily="34" charset="0"/>
              </a:rPr>
              <a:t>Focusing on this segment can help the company strengthen customer relationships, increase policy sales, and generate additional revenue. </a:t>
            </a:r>
          </a:p>
          <a:p>
            <a:pPr marL="285750" indent="-285750">
              <a:buFont typeface="Arial" panose="020B0604020202020204" pitchFamily="34" charset="0"/>
              <a:buChar char="•"/>
            </a:pPr>
            <a:endParaRPr lang="en-US" sz="1600" dirty="0">
              <a:solidFill>
                <a:schemeClr val="tx1"/>
              </a:solidFill>
              <a:latin typeface="Aptos" panose="020B0004020202020204" pitchFamily="34" charset="0"/>
            </a:endParaRPr>
          </a:p>
        </p:txBody>
      </p:sp>
      <p:pic>
        <p:nvPicPr>
          <p:cNvPr id="8" name="Picture Placeholder 7">
            <a:extLst>
              <a:ext uri="{FF2B5EF4-FFF2-40B4-BE49-F238E27FC236}">
                <a16:creationId xmlns:a16="http://schemas.microsoft.com/office/drawing/2014/main" id="{BDA068C4-B413-3A70-C732-F3D32C5FA06A}"/>
              </a:ext>
            </a:extLst>
          </p:cNvPr>
          <p:cNvPicPr>
            <a:picLocks noGrp="1" noChangeAspect="1"/>
          </p:cNvPicPr>
          <p:nvPr>
            <p:ph type="pic" sz="quarter" idx="11"/>
          </p:nvPr>
        </p:nvPicPr>
        <p:blipFill>
          <a:blip r:embed="rId3"/>
          <a:srcRect l="21745" r="21745"/>
          <a:stretch/>
        </p:blipFill>
        <p:spPr>
          <a:xfrm>
            <a:off x="6751548" y="1047135"/>
            <a:ext cx="4615419" cy="4301614"/>
          </a:xfrm>
          <a:prstGeom prst="rect">
            <a:avLst/>
          </a:prstGeom>
          <a:solidFill>
            <a:srgbClr val="AAC3E8"/>
          </a:solidFill>
        </p:spPr>
      </p:pic>
    </p:spTree>
    <p:extLst>
      <p:ext uri="{BB962C8B-B14F-4D97-AF65-F5344CB8AC3E}">
        <p14:creationId xmlns:p14="http://schemas.microsoft.com/office/powerpoint/2010/main" val="11950621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D55F2D4-C20E-BEBC-1CCF-4449B0456A7E}"/>
              </a:ext>
            </a:extLst>
          </p:cNvPr>
          <p:cNvSpPr>
            <a:spLocks noGrp="1"/>
          </p:cNvSpPr>
          <p:nvPr>
            <p:ph type="title"/>
          </p:nvPr>
        </p:nvSpPr>
        <p:spPr>
          <a:xfrm>
            <a:off x="914400" y="457199"/>
            <a:ext cx="7631709" cy="691207"/>
          </a:xfrm>
        </p:spPr>
        <p:txBody>
          <a:bodyPr/>
          <a:lstStyle/>
          <a:p>
            <a:pPr algn="ctr"/>
            <a:r>
              <a:rPr lang="en-US" dirty="0"/>
              <a:t>recommendations</a:t>
            </a:r>
          </a:p>
        </p:txBody>
      </p:sp>
      <p:pic>
        <p:nvPicPr>
          <p:cNvPr id="10" name="Picture Placeholder 9">
            <a:extLst>
              <a:ext uri="{FF2B5EF4-FFF2-40B4-BE49-F238E27FC236}">
                <a16:creationId xmlns:a16="http://schemas.microsoft.com/office/drawing/2014/main" id="{DD0A0899-5B02-CEB5-E5DD-448B169C2377}"/>
              </a:ext>
            </a:extLst>
          </p:cNvPr>
          <p:cNvPicPr>
            <a:picLocks noGrp="1" noChangeAspect="1"/>
          </p:cNvPicPr>
          <p:nvPr>
            <p:ph type="pic" sz="quarter" idx="14"/>
          </p:nvPr>
        </p:nvPicPr>
        <p:blipFill rotWithShape="1">
          <a:blip r:embed="rId3">
            <a:duotone>
              <a:prstClr val="black"/>
              <a:schemeClr val="accent1">
                <a:tint val="45000"/>
                <a:satMod val="400000"/>
              </a:schemeClr>
            </a:duotone>
          </a:blip>
          <a:srcRect l="389" r="498"/>
          <a:stretch>
            <a:fillRect/>
          </a:stretch>
        </p:blipFill>
        <p:spPr>
          <a:xfrm>
            <a:off x="8993529" y="965393"/>
            <a:ext cx="3198471" cy="5892607"/>
          </a:xfrm>
        </p:spPr>
      </p:pic>
      <p:sp>
        <p:nvSpPr>
          <p:cNvPr id="5" name="Content Placeholder 4">
            <a:extLst>
              <a:ext uri="{FF2B5EF4-FFF2-40B4-BE49-F238E27FC236}">
                <a16:creationId xmlns:a16="http://schemas.microsoft.com/office/drawing/2014/main" id="{236555C3-AD5D-E8C6-28E9-1B734707DBAE}"/>
              </a:ext>
            </a:extLst>
          </p:cNvPr>
          <p:cNvSpPr>
            <a:spLocks noGrp="1"/>
          </p:cNvSpPr>
          <p:nvPr>
            <p:ph sz="half" idx="15"/>
          </p:nvPr>
        </p:nvSpPr>
        <p:spPr>
          <a:xfrm>
            <a:off x="555586" y="1148407"/>
            <a:ext cx="8299048" cy="5298814"/>
          </a:xfrm>
        </p:spPr>
        <p:txBody>
          <a:bodyPr>
            <a:normAutofit fontScale="85000" lnSpcReduction="10000"/>
          </a:bodyPr>
          <a:lstStyle/>
          <a:p>
            <a:pPr marL="0" indent="0" algn="ctr">
              <a:buNone/>
            </a:pPr>
            <a:r>
              <a:rPr lang="en-IN" dirty="0">
                <a:latin typeface="Aptos" panose="020B0004020202020204" pitchFamily="34" charset="0"/>
              </a:rPr>
              <a:t>After analysing the data, several areas stand out as opportunities for improving the company's performance and revenue:</a:t>
            </a:r>
          </a:p>
          <a:p>
            <a:pPr marL="0" indent="0">
              <a:buNone/>
            </a:pPr>
            <a:endParaRPr lang="en-IN" dirty="0">
              <a:latin typeface="Aptos" panose="020B0004020202020204" pitchFamily="34" charset="0"/>
            </a:endParaRPr>
          </a:p>
          <a:p>
            <a:pPr marL="285750" lvl="0" indent="-285750">
              <a:buFont typeface="Arial" panose="020B0604020202020204" pitchFamily="34" charset="0"/>
              <a:buChar char="•"/>
            </a:pPr>
            <a:r>
              <a:rPr lang="en-IN" b="1" dirty="0">
                <a:latin typeface="Aptos" panose="020B0004020202020204" pitchFamily="34" charset="0"/>
              </a:rPr>
              <a:t>Focus on Expiring Policies </a:t>
            </a:r>
            <a:r>
              <a:rPr lang="en-IN" dirty="0">
                <a:latin typeface="Aptos" panose="020B0004020202020204" pitchFamily="34" charset="0"/>
              </a:rPr>
              <a:t>– Proactively contact customers whose policies are expiring this year and encourage timely renewals to prevent customer and revenue loss. </a:t>
            </a:r>
          </a:p>
          <a:p>
            <a:pPr marL="285750" lvl="0" indent="-285750">
              <a:buFont typeface="Arial" panose="020B0604020202020204" pitchFamily="34" charset="0"/>
              <a:buChar char="•"/>
            </a:pPr>
            <a:r>
              <a:rPr lang="en-IN" b="1" dirty="0">
                <a:latin typeface="Aptos" panose="020B0004020202020204" pitchFamily="34" charset="0"/>
              </a:rPr>
              <a:t>Reduce Failed Payments </a:t>
            </a:r>
            <a:r>
              <a:rPr lang="en-IN" dirty="0">
                <a:latin typeface="Aptos" panose="020B0004020202020204" pitchFamily="34" charset="0"/>
              </a:rPr>
              <a:t>– The high number of failed payments is a major concern. The company should identify the root causes and improve the payment process to increase the successful payment rate. </a:t>
            </a:r>
          </a:p>
          <a:p>
            <a:pPr marL="285750" lvl="0" indent="-285750">
              <a:buFont typeface="Arial" panose="020B0604020202020204" pitchFamily="34" charset="0"/>
              <a:buChar char="•"/>
            </a:pPr>
            <a:r>
              <a:rPr lang="en-IN" b="1" dirty="0">
                <a:latin typeface="Aptos" panose="020B0004020202020204" pitchFamily="34" charset="0"/>
              </a:rPr>
              <a:t>Reactivate Inactive/Lapsed Policies </a:t>
            </a:r>
            <a:r>
              <a:rPr lang="en-IN" dirty="0">
                <a:latin typeface="Aptos" panose="020B0004020202020204" pitchFamily="34" charset="0"/>
              </a:rPr>
              <a:t>– The company should strengthen its renewal and retention efforts by offering suitable discounts, incentives, or personalized plans to bring inactive policies back into the active category. </a:t>
            </a:r>
          </a:p>
          <a:p>
            <a:pPr marL="285750" lvl="0" indent="-285750">
              <a:buFont typeface="Arial" panose="020B0604020202020204" pitchFamily="34" charset="0"/>
              <a:buChar char="•"/>
            </a:pPr>
            <a:r>
              <a:rPr lang="en-IN" b="1" dirty="0">
                <a:latin typeface="Aptos" panose="020B0004020202020204" pitchFamily="34" charset="0"/>
              </a:rPr>
              <a:t>Target Younger Customers </a:t>
            </a:r>
            <a:r>
              <a:rPr lang="en-IN" dirty="0">
                <a:latin typeface="Aptos" panose="020B0004020202020204" pitchFamily="34" charset="0"/>
              </a:rPr>
              <a:t>– The company should focus more on younger customers by offering affordable and attractive insurance plans. Building relationships with them early can create a long-term customer base. </a:t>
            </a:r>
          </a:p>
          <a:p>
            <a:pPr marL="285750" lvl="0" indent="-285750">
              <a:buFont typeface="Arial" panose="020B0604020202020204" pitchFamily="34" charset="0"/>
              <a:buChar char="•"/>
            </a:pPr>
            <a:r>
              <a:rPr lang="en-IN" b="1" dirty="0">
                <a:latin typeface="Aptos" panose="020B0004020202020204" pitchFamily="34" charset="0"/>
              </a:rPr>
              <a:t>Improve YoY Growth </a:t>
            </a:r>
            <a:r>
              <a:rPr lang="en-IN" dirty="0">
                <a:latin typeface="Aptos" panose="020B0004020202020204" pitchFamily="34" charset="0"/>
              </a:rPr>
              <a:t>– The company's weak YoY performance indicates a need to improve both customer retention and new policy acquisition. Implementing the above strategies can contribute to stronger year-over-year growth. </a:t>
            </a:r>
          </a:p>
          <a:p>
            <a:pPr marL="285750" lvl="0" indent="-285750">
              <a:buFont typeface="Arial" panose="020B0604020202020204" pitchFamily="34" charset="0"/>
              <a:buChar char="•"/>
            </a:pPr>
            <a:r>
              <a:rPr lang="en-IN" b="1" dirty="0">
                <a:latin typeface="Aptos" panose="020B0004020202020204" pitchFamily="34" charset="0"/>
              </a:rPr>
              <a:t>Improve Claim Settlement Experience </a:t>
            </a:r>
            <a:r>
              <a:rPr lang="en-IN" dirty="0">
                <a:latin typeface="Aptos" panose="020B0004020202020204" pitchFamily="34" charset="0"/>
              </a:rPr>
              <a:t>– Only 1,712 claims are approved, which may indicate an area requiring attention. A low approval rate or slow claim experience could negatively affect customer trust and discourage potential customers from purchasing policies. The company should investigate the reasons behind rejected claims and improve the overall claims process.</a:t>
            </a:r>
          </a:p>
          <a:p>
            <a:endParaRPr lang="en-IN" dirty="0">
              <a:latin typeface="Aptos" panose="020B0004020202020204" pitchFamily="34" charset="0"/>
            </a:endParaRPr>
          </a:p>
        </p:txBody>
      </p:sp>
    </p:spTree>
    <p:extLst>
      <p:ext uri="{BB962C8B-B14F-4D97-AF65-F5344CB8AC3E}">
        <p14:creationId xmlns:p14="http://schemas.microsoft.com/office/powerpoint/2010/main" val="19416196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0A324-0737-F0DA-1F7D-10CBE06D7C3F}"/>
              </a:ext>
            </a:extLst>
          </p:cNvPr>
          <p:cNvSpPr>
            <a:spLocks noGrp="1"/>
          </p:cNvSpPr>
          <p:nvPr>
            <p:ph type="title"/>
          </p:nvPr>
        </p:nvSpPr>
        <p:spPr>
          <a:xfrm>
            <a:off x="840186" y="593725"/>
            <a:ext cx="10511627" cy="614885"/>
          </a:xfrm>
        </p:spPr>
        <p:txBody>
          <a:bodyPr/>
          <a:lstStyle/>
          <a:p>
            <a:r>
              <a:rPr lang="en-US" dirty="0"/>
              <a:t>Excel dashboard</a:t>
            </a:r>
          </a:p>
        </p:txBody>
      </p:sp>
      <p:pic>
        <p:nvPicPr>
          <p:cNvPr id="8" name="Content Placeholder 7">
            <a:extLst>
              <a:ext uri="{FF2B5EF4-FFF2-40B4-BE49-F238E27FC236}">
                <a16:creationId xmlns:a16="http://schemas.microsoft.com/office/drawing/2014/main" id="{C56B0F64-79F6-DC65-3C6A-9ADB9C41C00A}"/>
              </a:ext>
            </a:extLst>
          </p:cNvPr>
          <p:cNvPicPr>
            <a:picLocks noGrp="1" noChangeAspect="1"/>
          </p:cNvPicPr>
          <p:nvPr>
            <p:ph sz="quarter" idx="4"/>
          </p:nvPr>
        </p:nvPicPr>
        <p:blipFill>
          <a:blip r:embed="rId3"/>
          <a:stretch>
            <a:fillRect/>
          </a:stretch>
        </p:blipFill>
        <p:spPr>
          <a:xfrm>
            <a:off x="630052" y="1254680"/>
            <a:ext cx="10883521" cy="5009595"/>
          </a:xfrm>
          <a:prstGeom prst="rect">
            <a:avLst/>
          </a:prstGeom>
        </p:spPr>
      </p:pic>
    </p:spTree>
    <p:extLst>
      <p:ext uri="{BB962C8B-B14F-4D97-AF65-F5344CB8AC3E}">
        <p14:creationId xmlns:p14="http://schemas.microsoft.com/office/powerpoint/2010/main" val="16862132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44C22-AB20-AE3E-ABF8-D0747E3EF5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23D8D0-5D04-FCA7-A804-F2855E33C765}"/>
              </a:ext>
            </a:extLst>
          </p:cNvPr>
          <p:cNvSpPr>
            <a:spLocks noGrp="1"/>
          </p:cNvSpPr>
          <p:nvPr>
            <p:ph type="title"/>
          </p:nvPr>
        </p:nvSpPr>
        <p:spPr>
          <a:xfrm>
            <a:off x="840186" y="593725"/>
            <a:ext cx="10511627" cy="614885"/>
          </a:xfrm>
        </p:spPr>
        <p:txBody>
          <a:bodyPr/>
          <a:lstStyle/>
          <a:p>
            <a:r>
              <a:rPr lang="en-US" dirty="0"/>
              <a:t>Power bi dashboard</a:t>
            </a:r>
          </a:p>
        </p:txBody>
      </p:sp>
      <p:pic>
        <p:nvPicPr>
          <p:cNvPr id="6" name="Content Placeholder 5">
            <a:extLst>
              <a:ext uri="{FF2B5EF4-FFF2-40B4-BE49-F238E27FC236}">
                <a16:creationId xmlns:a16="http://schemas.microsoft.com/office/drawing/2014/main" id="{24419E51-E714-9E18-64D1-EB122AC4AA97}"/>
              </a:ext>
            </a:extLst>
          </p:cNvPr>
          <p:cNvPicPr>
            <a:picLocks noGrp="1" noChangeAspect="1"/>
          </p:cNvPicPr>
          <p:nvPr>
            <p:ph sz="quarter" idx="4"/>
          </p:nvPr>
        </p:nvPicPr>
        <p:blipFill>
          <a:blip r:embed="rId3"/>
          <a:stretch>
            <a:fillRect/>
          </a:stretch>
        </p:blipFill>
        <p:spPr>
          <a:xfrm>
            <a:off x="580102" y="2431582"/>
            <a:ext cx="5515897" cy="3155115"/>
          </a:xfrm>
          <a:prstGeom prst="rect">
            <a:avLst/>
          </a:prstGeom>
        </p:spPr>
      </p:pic>
      <p:pic>
        <p:nvPicPr>
          <p:cNvPr id="9" name="Picture 8">
            <a:extLst>
              <a:ext uri="{FF2B5EF4-FFF2-40B4-BE49-F238E27FC236}">
                <a16:creationId xmlns:a16="http://schemas.microsoft.com/office/drawing/2014/main" id="{BC791C99-6D0D-4907-7251-7A9660C8F401}"/>
              </a:ext>
            </a:extLst>
          </p:cNvPr>
          <p:cNvPicPr>
            <a:picLocks noChangeAspect="1"/>
          </p:cNvPicPr>
          <p:nvPr/>
        </p:nvPicPr>
        <p:blipFill>
          <a:blip r:embed="rId4"/>
          <a:stretch>
            <a:fillRect/>
          </a:stretch>
        </p:blipFill>
        <p:spPr>
          <a:xfrm>
            <a:off x="6303547" y="2431582"/>
            <a:ext cx="5308351" cy="3155115"/>
          </a:xfrm>
          <a:prstGeom prst="rect">
            <a:avLst/>
          </a:prstGeom>
        </p:spPr>
      </p:pic>
    </p:spTree>
    <p:extLst>
      <p:ext uri="{BB962C8B-B14F-4D97-AF65-F5344CB8AC3E}">
        <p14:creationId xmlns:p14="http://schemas.microsoft.com/office/powerpoint/2010/main" val="22992512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921592-88DF-2816-3092-29BE653516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A63C85-0AD6-837B-D17B-B40BF265A02A}"/>
              </a:ext>
            </a:extLst>
          </p:cNvPr>
          <p:cNvSpPr>
            <a:spLocks noGrp="1"/>
          </p:cNvSpPr>
          <p:nvPr>
            <p:ph type="title"/>
          </p:nvPr>
        </p:nvSpPr>
        <p:spPr>
          <a:xfrm>
            <a:off x="840186" y="593725"/>
            <a:ext cx="10511627" cy="614885"/>
          </a:xfrm>
        </p:spPr>
        <p:txBody>
          <a:bodyPr/>
          <a:lstStyle/>
          <a:p>
            <a:r>
              <a:rPr lang="en-US" dirty="0"/>
              <a:t>tableau dashboard</a:t>
            </a:r>
          </a:p>
        </p:txBody>
      </p:sp>
      <p:pic>
        <p:nvPicPr>
          <p:cNvPr id="6" name="Content Placeholder 5">
            <a:extLst>
              <a:ext uri="{FF2B5EF4-FFF2-40B4-BE49-F238E27FC236}">
                <a16:creationId xmlns:a16="http://schemas.microsoft.com/office/drawing/2014/main" id="{5AAF9A14-61B2-CC45-4F8C-FF5163CE0B15}"/>
              </a:ext>
            </a:extLst>
          </p:cNvPr>
          <p:cNvPicPr>
            <a:picLocks noGrp="1" noChangeAspect="1"/>
          </p:cNvPicPr>
          <p:nvPr>
            <p:ph sz="quarter" idx="4"/>
          </p:nvPr>
        </p:nvPicPr>
        <p:blipFill>
          <a:blip r:embed="rId3"/>
          <a:srcRect/>
          <a:stretch/>
        </p:blipFill>
        <p:spPr>
          <a:xfrm>
            <a:off x="580102" y="2431582"/>
            <a:ext cx="5515897" cy="3155115"/>
          </a:xfrm>
          <a:prstGeom prst="rect">
            <a:avLst/>
          </a:prstGeom>
        </p:spPr>
      </p:pic>
      <p:pic>
        <p:nvPicPr>
          <p:cNvPr id="9" name="Picture 8">
            <a:extLst>
              <a:ext uri="{FF2B5EF4-FFF2-40B4-BE49-F238E27FC236}">
                <a16:creationId xmlns:a16="http://schemas.microsoft.com/office/drawing/2014/main" id="{F263C4FD-2CD2-8A08-9896-D442C38FE2BC}"/>
              </a:ext>
            </a:extLst>
          </p:cNvPr>
          <p:cNvPicPr>
            <a:picLocks noChangeAspect="1"/>
          </p:cNvPicPr>
          <p:nvPr/>
        </p:nvPicPr>
        <p:blipFill>
          <a:blip r:embed="rId4"/>
          <a:srcRect/>
          <a:stretch/>
        </p:blipFill>
        <p:spPr>
          <a:xfrm>
            <a:off x="6303547" y="2431582"/>
            <a:ext cx="5308351" cy="3155115"/>
          </a:xfrm>
          <a:prstGeom prst="rect">
            <a:avLst/>
          </a:prstGeom>
        </p:spPr>
      </p:pic>
    </p:spTree>
    <p:extLst>
      <p:ext uri="{BB962C8B-B14F-4D97-AF65-F5344CB8AC3E}">
        <p14:creationId xmlns:p14="http://schemas.microsoft.com/office/powerpoint/2010/main" val="7190724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C6C3D-9102-EA2B-D5B4-0D7CB450EA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F4F7F5-0267-0C84-95FC-ECC5096858C8}"/>
              </a:ext>
            </a:extLst>
          </p:cNvPr>
          <p:cNvSpPr>
            <a:spLocks noGrp="1"/>
          </p:cNvSpPr>
          <p:nvPr>
            <p:ph type="title"/>
          </p:nvPr>
        </p:nvSpPr>
        <p:spPr>
          <a:xfrm>
            <a:off x="840186" y="459465"/>
            <a:ext cx="10511627" cy="614885"/>
          </a:xfrm>
        </p:spPr>
        <p:txBody>
          <a:bodyPr/>
          <a:lstStyle/>
          <a:p>
            <a:r>
              <a:rPr lang="en-US" dirty="0" err="1">
                <a:latin typeface="Arial Black" panose="020B0A04020102020204" pitchFamily="34" charset="0"/>
              </a:rPr>
              <a:t>M</a:t>
            </a:r>
            <a:r>
              <a:rPr lang="en-US" sz="2400" dirty="0" err="1">
                <a:latin typeface="Arial Black" panose="020B0A04020102020204" pitchFamily="34" charset="0"/>
              </a:rPr>
              <a:t>y</a:t>
            </a:r>
            <a:r>
              <a:rPr lang="en-US" dirty="0" err="1">
                <a:latin typeface="Arial Black" panose="020B0A04020102020204" pitchFamily="34" charset="0"/>
              </a:rPr>
              <a:t>s</a:t>
            </a:r>
            <a:r>
              <a:rPr lang="en-US" sz="2400" dirty="0" err="1">
                <a:latin typeface="Arial Black" panose="020B0A04020102020204" pitchFamily="34" charset="0"/>
              </a:rPr>
              <a:t>ql</a:t>
            </a:r>
            <a:r>
              <a:rPr lang="en-US" sz="2400" dirty="0">
                <a:latin typeface="Arial Black" panose="020B0A04020102020204" pitchFamily="34" charset="0"/>
              </a:rPr>
              <a:t> </a:t>
            </a:r>
            <a:r>
              <a:rPr lang="en-US" dirty="0">
                <a:latin typeface="Arial Black" panose="020B0A04020102020204" pitchFamily="34" charset="0"/>
              </a:rPr>
              <a:t>queries</a:t>
            </a:r>
          </a:p>
        </p:txBody>
      </p:sp>
      <p:pic>
        <p:nvPicPr>
          <p:cNvPr id="22" name="Picture 21">
            <a:extLst>
              <a:ext uri="{FF2B5EF4-FFF2-40B4-BE49-F238E27FC236}">
                <a16:creationId xmlns:a16="http://schemas.microsoft.com/office/drawing/2014/main" id="{6118670E-581E-EB1A-985C-00CC7D88891C}"/>
              </a:ext>
            </a:extLst>
          </p:cNvPr>
          <p:cNvPicPr>
            <a:picLocks noChangeAspect="1"/>
          </p:cNvPicPr>
          <p:nvPr/>
        </p:nvPicPr>
        <p:blipFill>
          <a:blip r:embed="rId3"/>
          <a:stretch>
            <a:fillRect/>
          </a:stretch>
        </p:blipFill>
        <p:spPr>
          <a:xfrm>
            <a:off x="8832979" y="4116599"/>
            <a:ext cx="3139712" cy="1889924"/>
          </a:xfrm>
          <a:prstGeom prst="rect">
            <a:avLst/>
          </a:prstGeom>
          <a:ln>
            <a:solidFill>
              <a:schemeClr val="bg1">
                <a:lumMod val="90000"/>
              </a:schemeClr>
            </a:solidFill>
          </a:ln>
        </p:spPr>
      </p:pic>
      <p:pic>
        <p:nvPicPr>
          <p:cNvPr id="24" name="Picture 23">
            <a:extLst>
              <a:ext uri="{FF2B5EF4-FFF2-40B4-BE49-F238E27FC236}">
                <a16:creationId xmlns:a16="http://schemas.microsoft.com/office/drawing/2014/main" id="{591ADE09-86FF-3ACC-7AB2-DCF36E2E6203}"/>
              </a:ext>
            </a:extLst>
          </p:cNvPr>
          <p:cNvPicPr>
            <a:picLocks noChangeAspect="1"/>
          </p:cNvPicPr>
          <p:nvPr/>
        </p:nvPicPr>
        <p:blipFill>
          <a:blip r:embed="rId4"/>
          <a:stretch>
            <a:fillRect/>
          </a:stretch>
        </p:blipFill>
        <p:spPr>
          <a:xfrm>
            <a:off x="4653023" y="4189347"/>
            <a:ext cx="3958542" cy="1181202"/>
          </a:xfrm>
          <a:prstGeom prst="rect">
            <a:avLst/>
          </a:prstGeom>
          <a:ln>
            <a:solidFill>
              <a:schemeClr val="bg1">
                <a:lumMod val="90000"/>
              </a:schemeClr>
            </a:solidFill>
          </a:ln>
        </p:spPr>
      </p:pic>
      <p:pic>
        <p:nvPicPr>
          <p:cNvPr id="26" name="Picture 25">
            <a:extLst>
              <a:ext uri="{FF2B5EF4-FFF2-40B4-BE49-F238E27FC236}">
                <a16:creationId xmlns:a16="http://schemas.microsoft.com/office/drawing/2014/main" id="{1323F175-1691-B620-F0D8-EFDBE371EA2F}"/>
              </a:ext>
            </a:extLst>
          </p:cNvPr>
          <p:cNvPicPr>
            <a:picLocks noChangeAspect="1"/>
          </p:cNvPicPr>
          <p:nvPr/>
        </p:nvPicPr>
        <p:blipFill>
          <a:blip r:embed="rId5"/>
          <a:stretch>
            <a:fillRect/>
          </a:stretch>
        </p:blipFill>
        <p:spPr>
          <a:xfrm>
            <a:off x="219309" y="3892966"/>
            <a:ext cx="4352691" cy="2004234"/>
          </a:xfrm>
          <a:prstGeom prst="rect">
            <a:avLst/>
          </a:prstGeom>
          <a:ln>
            <a:solidFill>
              <a:schemeClr val="bg1">
                <a:lumMod val="90000"/>
              </a:schemeClr>
            </a:solidFill>
          </a:ln>
        </p:spPr>
      </p:pic>
      <p:pic>
        <p:nvPicPr>
          <p:cNvPr id="28" name="Picture 27">
            <a:extLst>
              <a:ext uri="{FF2B5EF4-FFF2-40B4-BE49-F238E27FC236}">
                <a16:creationId xmlns:a16="http://schemas.microsoft.com/office/drawing/2014/main" id="{871E9620-B105-A80D-3193-C1ADED415A31}"/>
              </a:ext>
            </a:extLst>
          </p:cNvPr>
          <p:cNvPicPr>
            <a:picLocks noChangeAspect="1"/>
          </p:cNvPicPr>
          <p:nvPr/>
        </p:nvPicPr>
        <p:blipFill>
          <a:blip r:embed="rId6"/>
          <a:srcRect/>
          <a:stretch/>
        </p:blipFill>
        <p:spPr>
          <a:xfrm>
            <a:off x="8107095" y="1178067"/>
            <a:ext cx="3385977" cy="2811181"/>
          </a:xfrm>
          <a:prstGeom prst="rect">
            <a:avLst/>
          </a:prstGeom>
          <a:ln>
            <a:solidFill>
              <a:schemeClr val="bg1">
                <a:lumMod val="90000"/>
              </a:schemeClr>
            </a:solidFill>
          </a:ln>
        </p:spPr>
      </p:pic>
      <p:pic>
        <p:nvPicPr>
          <p:cNvPr id="30" name="Picture 29">
            <a:extLst>
              <a:ext uri="{FF2B5EF4-FFF2-40B4-BE49-F238E27FC236}">
                <a16:creationId xmlns:a16="http://schemas.microsoft.com/office/drawing/2014/main" id="{934AA2D7-D4E6-EE81-E8F0-0CD0BAF4C84B}"/>
              </a:ext>
            </a:extLst>
          </p:cNvPr>
          <p:cNvPicPr>
            <a:picLocks noChangeAspect="1"/>
          </p:cNvPicPr>
          <p:nvPr/>
        </p:nvPicPr>
        <p:blipFill>
          <a:blip r:embed="rId7"/>
          <a:stretch>
            <a:fillRect/>
          </a:stretch>
        </p:blipFill>
        <p:spPr>
          <a:xfrm>
            <a:off x="4421529" y="1277118"/>
            <a:ext cx="3594318" cy="1234547"/>
          </a:xfrm>
          <a:prstGeom prst="rect">
            <a:avLst/>
          </a:prstGeom>
          <a:ln>
            <a:solidFill>
              <a:schemeClr val="bg1">
                <a:lumMod val="90000"/>
              </a:schemeClr>
            </a:solidFill>
          </a:ln>
        </p:spPr>
      </p:pic>
      <p:pic>
        <p:nvPicPr>
          <p:cNvPr id="32" name="Picture 31">
            <a:extLst>
              <a:ext uri="{FF2B5EF4-FFF2-40B4-BE49-F238E27FC236}">
                <a16:creationId xmlns:a16="http://schemas.microsoft.com/office/drawing/2014/main" id="{1E9C9539-F9AE-8AEB-B722-02B349054AAF}"/>
              </a:ext>
            </a:extLst>
          </p:cNvPr>
          <p:cNvPicPr>
            <a:picLocks noChangeAspect="1"/>
          </p:cNvPicPr>
          <p:nvPr/>
        </p:nvPicPr>
        <p:blipFill>
          <a:blip r:embed="rId8"/>
          <a:stretch>
            <a:fillRect/>
          </a:stretch>
        </p:blipFill>
        <p:spPr>
          <a:xfrm>
            <a:off x="612232" y="1178067"/>
            <a:ext cx="3696020" cy="1905165"/>
          </a:xfrm>
          <a:prstGeom prst="rect">
            <a:avLst/>
          </a:prstGeom>
          <a:ln>
            <a:solidFill>
              <a:schemeClr val="bg1">
                <a:lumMod val="90000"/>
              </a:schemeClr>
            </a:solidFill>
          </a:ln>
        </p:spPr>
      </p:pic>
    </p:spTree>
    <p:extLst>
      <p:ext uri="{BB962C8B-B14F-4D97-AF65-F5344CB8AC3E}">
        <p14:creationId xmlns:p14="http://schemas.microsoft.com/office/powerpoint/2010/main" val="3875972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20B2C-9191-5A08-70E5-F9EBEBF72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036072-9607-9AE3-006F-39F53C3D0441}"/>
              </a:ext>
            </a:extLst>
          </p:cNvPr>
          <p:cNvSpPr>
            <a:spLocks noGrp="1"/>
          </p:cNvSpPr>
          <p:nvPr>
            <p:ph type="title"/>
          </p:nvPr>
        </p:nvSpPr>
        <p:spPr>
          <a:xfrm>
            <a:off x="840186" y="459465"/>
            <a:ext cx="10511627" cy="614885"/>
          </a:xfrm>
        </p:spPr>
        <p:txBody>
          <a:bodyPr/>
          <a:lstStyle/>
          <a:p>
            <a:r>
              <a:rPr lang="en-US" dirty="0" err="1">
                <a:latin typeface="Arial Black" panose="020B0A04020102020204" pitchFamily="34" charset="0"/>
              </a:rPr>
              <a:t>M</a:t>
            </a:r>
            <a:r>
              <a:rPr lang="en-US" sz="2400" dirty="0" err="1">
                <a:latin typeface="Arial Black" panose="020B0A04020102020204" pitchFamily="34" charset="0"/>
              </a:rPr>
              <a:t>y</a:t>
            </a:r>
            <a:r>
              <a:rPr lang="en-US" dirty="0" err="1">
                <a:latin typeface="Arial Black" panose="020B0A04020102020204" pitchFamily="34" charset="0"/>
              </a:rPr>
              <a:t>s</a:t>
            </a:r>
            <a:r>
              <a:rPr lang="en-US" sz="2400" dirty="0" err="1">
                <a:latin typeface="Arial Black" panose="020B0A04020102020204" pitchFamily="34" charset="0"/>
              </a:rPr>
              <a:t>ql</a:t>
            </a:r>
            <a:r>
              <a:rPr lang="en-US" sz="2400" dirty="0">
                <a:latin typeface="Arial Black" panose="020B0A04020102020204" pitchFamily="34" charset="0"/>
              </a:rPr>
              <a:t> </a:t>
            </a:r>
            <a:r>
              <a:rPr lang="en-US" dirty="0"/>
              <a:t>queries</a:t>
            </a:r>
          </a:p>
        </p:txBody>
      </p:sp>
      <p:pic>
        <p:nvPicPr>
          <p:cNvPr id="10" name="Content Placeholder 9">
            <a:extLst>
              <a:ext uri="{FF2B5EF4-FFF2-40B4-BE49-F238E27FC236}">
                <a16:creationId xmlns:a16="http://schemas.microsoft.com/office/drawing/2014/main" id="{00F7D1DB-844C-92F4-9F88-EAC897DE2F99}"/>
              </a:ext>
            </a:extLst>
          </p:cNvPr>
          <p:cNvPicPr>
            <a:picLocks noGrp="1" noChangeAspect="1"/>
          </p:cNvPicPr>
          <p:nvPr>
            <p:ph sz="quarter" idx="4"/>
          </p:nvPr>
        </p:nvPicPr>
        <p:blipFill>
          <a:blip r:embed="rId3"/>
          <a:stretch>
            <a:fillRect/>
          </a:stretch>
        </p:blipFill>
        <p:spPr>
          <a:xfrm>
            <a:off x="8253234" y="1422104"/>
            <a:ext cx="3296620" cy="1920406"/>
          </a:xfrm>
          <a:prstGeom prst="rect">
            <a:avLst/>
          </a:prstGeom>
          <a:ln>
            <a:solidFill>
              <a:schemeClr val="bg1">
                <a:lumMod val="90000"/>
              </a:schemeClr>
            </a:solidFill>
          </a:ln>
        </p:spPr>
      </p:pic>
      <p:pic>
        <p:nvPicPr>
          <p:cNvPr id="12" name="Picture 11">
            <a:extLst>
              <a:ext uri="{FF2B5EF4-FFF2-40B4-BE49-F238E27FC236}">
                <a16:creationId xmlns:a16="http://schemas.microsoft.com/office/drawing/2014/main" id="{906B0233-907C-215A-F4B0-1C5CCA366887}"/>
              </a:ext>
            </a:extLst>
          </p:cNvPr>
          <p:cNvPicPr>
            <a:picLocks noChangeAspect="1"/>
          </p:cNvPicPr>
          <p:nvPr/>
        </p:nvPicPr>
        <p:blipFill>
          <a:blip r:embed="rId4"/>
          <a:stretch>
            <a:fillRect/>
          </a:stretch>
        </p:blipFill>
        <p:spPr>
          <a:xfrm>
            <a:off x="4830413" y="5531922"/>
            <a:ext cx="4435224" cy="1005431"/>
          </a:xfrm>
          <a:prstGeom prst="rect">
            <a:avLst/>
          </a:prstGeom>
          <a:ln>
            <a:solidFill>
              <a:schemeClr val="bg1">
                <a:lumMod val="90000"/>
              </a:schemeClr>
            </a:solidFill>
          </a:ln>
        </p:spPr>
      </p:pic>
      <p:pic>
        <p:nvPicPr>
          <p:cNvPr id="14" name="Picture 13">
            <a:extLst>
              <a:ext uri="{FF2B5EF4-FFF2-40B4-BE49-F238E27FC236}">
                <a16:creationId xmlns:a16="http://schemas.microsoft.com/office/drawing/2014/main" id="{F585C1B4-66B3-51C5-EEA9-39EC7A3C2D2E}"/>
              </a:ext>
            </a:extLst>
          </p:cNvPr>
          <p:cNvPicPr>
            <a:picLocks noChangeAspect="1"/>
          </p:cNvPicPr>
          <p:nvPr/>
        </p:nvPicPr>
        <p:blipFill>
          <a:blip r:embed="rId5"/>
          <a:stretch>
            <a:fillRect/>
          </a:stretch>
        </p:blipFill>
        <p:spPr>
          <a:xfrm>
            <a:off x="4830413" y="4087039"/>
            <a:ext cx="4191363" cy="1348857"/>
          </a:xfrm>
          <a:prstGeom prst="rect">
            <a:avLst/>
          </a:prstGeom>
          <a:ln>
            <a:solidFill>
              <a:schemeClr val="bg1">
                <a:lumMod val="90000"/>
              </a:schemeClr>
            </a:solidFill>
          </a:ln>
        </p:spPr>
      </p:pic>
      <p:pic>
        <p:nvPicPr>
          <p:cNvPr id="16" name="Picture 15">
            <a:extLst>
              <a:ext uri="{FF2B5EF4-FFF2-40B4-BE49-F238E27FC236}">
                <a16:creationId xmlns:a16="http://schemas.microsoft.com/office/drawing/2014/main" id="{B2104B45-7C0C-2633-6E91-D6A3DC5CFA6B}"/>
              </a:ext>
            </a:extLst>
          </p:cNvPr>
          <p:cNvPicPr>
            <a:picLocks noChangeAspect="1"/>
          </p:cNvPicPr>
          <p:nvPr/>
        </p:nvPicPr>
        <p:blipFill>
          <a:blip r:embed="rId6"/>
          <a:stretch>
            <a:fillRect/>
          </a:stretch>
        </p:blipFill>
        <p:spPr>
          <a:xfrm>
            <a:off x="4830413" y="1199488"/>
            <a:ext cx="3296620" cy="2634798"/>
          </a:xfrm>
          <a:prstGeom prst="rect">
            <a:avLst/>
          </a:prstGeom>
          <a:ln>
            <a:solidFill>
              <a:schemeClr val="bg1">
                <a:lumMod val="90000"/>
              </a:schemeClr>
            </a:solidFill>
          </a:ln>
        </p:spPr>
      </p:pic>
      <p:pic>
        <p:nvPicPr>
          <p:cNvPr id="18" name="Picture 17">
            <a:extLst>
              <a:ext uri="{FF2B5EF4-FFF2-40B4-BE49-F238E27FC236}">
                <a16:creationId xmlns:a16="http://schemas.microsoft.com/office/drawing/2014/main" id="{2356B1BB-4919-8CAC-BABA-E11C0643D58A}"/>
              </a:ext>
            </a:extLst>
          </p:cNvPr>
          <p:cNvPicPr>
            <a:picLocks noChangeAspect="1"/>
          </p:cNvPicPr>
          <p:nvPr/>
        </p:nvPicPr>
        <p:blipFill>
          <a:blip r:embed="rId7"/>
          <a:stretch>
            <a:fillRect/>
          </a:stretch>
        </p:blipFill>
        <p:spPr>
          <a:xfrm>
            <a:off x="840186" y="4087039"/>
            <a:ext cx="3864026" cy="2450314"/>
          </a:xfrm>
          <a:prstGeom prst="rect">
            <a:avLst/>
          </a:prstGeom>
          <a:ln>
            <a:solidFill>
              <a:schemeClr val="bg1">
                <a:lumMod val="90000"/>
              </a:schemeClr>
            </a:solidFill>
          </a:ln>
        </p:spPr>
      </p:pic>
      <p:pic>
        <p:nvPicPr>
          <p:cNvPr id="20" name="Picture 19">
            <a:extLst>
              <a:ext uri="{FF2B5EF4-FFF2-40B4-BE49-F238E27FC236}">
                <a16:creationId xmlns:a16="http://schemas.microsoft.com/office/drawing/2014/main" id="{4A6FFB90-5E71-3E00-4655-71D19E3BB161}"/>
              </a:ext>
            </a:extLst>
          </p:cNvPr>
          <p:cNvPicPr>
            <a:picLocks noChangeAspect="1"/>
          </p:cNvPicPr>
          <p:nvPr/>
        </p:nvPicPr>
        <p:blipFill>
          <a:blip r:embed="rId8"/>
          <a:stretch>
            <a:fillRect/>
          </a:stretch>
        </p:blipFill>
        <p:spPr>
          <a:xfrm>
            <a:off x="840186" y="1190527"/>
            <a:ext cx="3864026" cy="2634799"/>
          </a:xfrm>
          <a:prstGeom prst="rect">
            <a:avLst/>
          </a:prstGeom>
          <a:ln>
            <a:solidFill>
              <a:schemeClr val="bg1">
                <a:lumMod val="90000"/>
              </a:schemeClr>
            </a:solidFill>
          </a:ln>
        </p:spPr>
      </p:pic>
    </p:spTree>
    <p:extLst>
      <p:ext uri="{BB962C8B-B14F-4D97-AF65-F5344CB8AC3E}">
        <p14:creationId xmlns:p14="http://schemas.microsoft.com/office/powerpoint/2010/main" val="2395868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D22C5-0C9E-B582-A8FE-B45E70A01E7F}"/>
              </a:ext>
            </a:extLst>
          </p:cNvPr>
          <p:cNvSpPr>
            <a:spLocks noGrp="1"/>
          </p:cNvSpPr>
          <p:nvPr>
            <p:ph type="ctrTitle"/>
          </p:nvPr>
        </p:nvSpPr>
        <p:spPr>
          <a:xfrm>
            <a:off x="590310" y="276655"/>
            <a:ext cx="5715000" cy="533097"/>
          </a:xfrm>
        </p:spPr>
        <p:txBody>
          <a:bodyPr/>
          <a:lstStyle/>
          <a:p>
            <a:pPr algn="ctr"/>
            <a:r>
              <a:rPr lang="en-US" dirty="0"/>
              <a:t>conclusion</a:t>
            </a:r>
          </a:p>
        </p:txBody>
      </p:sp>
      <p:sp>
        <p:nvSpPr>
          <p:cNvPr id="3" name="Subtitle 2">
            <a:extLst>
              <a:ext uri="{FF2B5EF4-FFF2-40B4-BE49-F238E27FC236}">
                <a16:creationId xmlns:a16="http://schemas.microsoft.com/office/drawing/2014/main" id="{D8B5CEF2-E667-BBB5-2EA6-C06F93B6DE12}"/>
              </a:ext>
            </a:extLst>
          </p:cNvPr>
          <p:cNvSpPr>
            <a:spLocks noGrp="1"/>
          </p:cNvSpPr>
          <p:nvPr>
            <p:ph type="subTitle" idx="1"/>
          </p:nvPr>
        </p:nvSpPr>
        <p:spPr>
          <a:xfrm>
            <a:off x="381964" y="1516284"/>
            <a:ext cx="7245752" cy="4224759"/>
          </a:xfrm>
        </p:spPr>
        <p:txBody>
          <a:bodyPr>
            <a:normAutofit/>
          </a:bodyPr>
          <a:lstStyle/>
          <a:p>
            <a:r>
              <a:rPr lang="en-IN" dirty="0">
                <a:latin typeface="Aptos" panose="020B0004020202020204" pitchFamily="34" charset="0"/>
              </a:rPr>
              <a:t>The analysis identified key challenges in retention, payments, claims, and YoY growth, while also revealing strong opportunities in renewals, policy reactivation, cross-selling, and younger-customer acquisition. By addressing these areas with targeted, data-driven strategies, the company can improve customer retention, increase revenue, and achieve sustainable business growth.</a:t>
            </a:r>
            <a:endParaRPr lang="en-US" dirty="0">
              <a:latin typeface="Aptos" panose="020B0004020202020204" pitchFamily="34" charset="0"/>
            </a:endParaRPr>
          </a:p>
        </p:txBody>
      </p:sp>
    </p:spTree>
    <p:extLst>
      <p:ext uri="{BB962C8B-B14F-4D97-AF65-F5344CB8AC3E}">
        <p14:creationId xmlns:p14="http://schemas.microsoft.com/office/powerpoint/2010/main" val="1973173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17288-7E76-D224-A231-6BAC2EA460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E99EB8-ABC1-CF54-49C7-92939155DCFB}"/>
              </a:ext>
            </a:extLst>
          </p:cNvPr>
          <p:cNvSpPr>
            <a:spLocks noGrp="1"/>
          </p:cNvSpPr>
          <p:nvPr>
            <p:ph type="ctrTitle"/>
          </p:nvPr>
        </p:nvSpPr>
        <p:spPr>
          <a:xfrm>
            <a:off x="381000" y="2603166"/>
            <a:ext cx="5715000" cy="825834"/>
          </a:xfrm>
        </p:spPr>
        <p:txBody>
          <a:bodyPr/>
          <a:lstStyle/>
          <a:p>
            <a:pPr algn="ctr"/>
            <a:r>
              <a:rPr lang="en-US" sz="4400" dirty="0">
                <a:latin typeface="Bodoni MT Black" panose="02070A03080606020203" pitchFamily="18" charset="0"/>
              </a:rPr>
              <a:t>Thank you</a:t>
            </a:r>
          </a:p>
        </p:txBody>
      </p:sp>
    </p:spTree>
    <p:extLst>
      <p:ext uri="{BB962C8B-B14F-4D97-AF65-F5344CB8AC3E}">
        <p14:creationId xmlns:p14="http://schemas.microsoft.com/office/powerpoint/2010/main" val="1089081489"/>
      </p:ext>
    </p:extLst>
  </p:cSld>
  <p:clrMapOvr>
    <a:masterClrMapping/>
  </p:clrMapOvr>
</p:sld>
</file>

<file path=ppt/theme/theme1.xml><?xml version="1.0" encoding="utf-8"?>
<a:theme xmlns:a="http://schemas.openxmlformats.org/drawingml/2006/main" name="Custom">
  <a:themeElements>
    <a:clrScheme name="Custom 13">
      <a:dk1>
        <a:srgbClr val="000000"/>
      </a:dk1>
      <a:lt1>
        <a:srgbClr val="FDFAF6"/>
      </a:lt1>
      <a:dk2>
        <a:srgbClr val="44546A"/>
      </a:dk2>
      <a:lt2>
        <a:srgbClr val="E7E6E6"/>
      </a:lt2>
      <a:accent1>
        <a:srgbClr val="F5CDCE"/>
      </a:accent1>
      <a:accent2>
        <a:srgbClr val="DE8C8C"/>
      </a:accent2>
      <a:accent3>
        <a:srgbClr val="AAC3E8"/>
      </a:accent3>
      <a:accent4>
        <a:srgbClr val="D2D592"/>
      </a:accent4>
      <a:accent5>
        <a:srgbClr val="CCBE89"/>
      </a:accent5>
      <a:accent6>
        <a:srgbClr val="1F2C8F"/>
      </a:accent6>
      <a:hlink>
        <a:srgbClr val="1F2C8F"/>
      </a:hlink>
      <a:folHlink>
        <a:srgbClr val="AAC3E9"/>
      </a:folHlink>
    </a:clrScheme>
    <a:fontScheme name="Custom 22">
      <a:majorFont>
        <a:latin typeface="Arial Black"/>
        <a:ea typeface=""/>
        <a:cs typeface=""/>
      </a:majorFont>
      <a:minorFont>
        <a:latin typeface="Sabon Next L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eometric color block_Win32_SL_v14" id="{59749740-91A0-46B8-82A8-B436C7A8A142}" vid="{B3F8D047-377B-4FC8-B21C-47530C6DE3A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A719FA4-954C-4FA8-82CB-206659C3B82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04948363-B267-4BAC-8655-100FBEC280C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6DBB56F-4362-4386-A1A1-3DF898896616}">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{7192354D-3228-4C70-A685-72DC4BAA05DC}TF8a9b5915-b8c7-461e-8cdd-693d48b5e32371f7b7e2_win32-4bf0b9a2ea37</Template>
  <TotalTime>351</TotalTime>
  <Words>1211</Words>
  <Application>Microsoft Office PowerPoint</Application>
  <PresentationFormat>Widescreen</PresentationFormat>
  <Paragraphs>133</Paragraphs>
  <Slides>18</Slides>
  <Notes>18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Aptos</vt:lpstr>
      <vt:lpstr>Arial</vt:lpstr>
      <vt:lpstr>Arial Black</vt:lpstr>
      <vt:lpstr>Bodoni MT Black</vt:lpstr>
      <vt:lpstr>Bookman Old Style</vt:lpstr>
      <vt:lpstr>Calibri</vt:lpstr>
      <vt:lpstr>Sabon Next LT</vt:lpstr>
      <vt:lpstr>Custom</vt:lpstr>
      <vt:lpstr>Insurance policy data analysis  &amp;  insights</vt:lpstr>
      <vt:lpstr>agenda</vt:lpstr>
      <vt:lpstr>introduction</vt:lpstr>
      <vt:lpstr>Kpi-1 : POLICY TYPE WISE POLICY COUNT</vt:lpstr>
      <vt:lpstr>Kpi-2 : POLICY STATUS WISE POLICY COUNT </vt:lpstr>
      <vt:lpstr>Kpi-3 : age bucket – wise policy count</vt:lpstr>
      <vt:lpstr>Kpi-4 : payment status wise policy count</vt:lpstr>
      <vt:lpstr>Kpi-5 : YOy / mom / qoq premium performance </vt:lpstr>
      <vt:lpstr>Kpi-6 : policies expiring this year</vt:lpstr>
      <vt:lpstr>Kpi-7 : Customers holding multiple policies</vt:lpstr>
      <vt:lpstr>recommendations</vt:lpstr>
      <vt:lpstr>Excel dashboard</vt:lpstr>
      <vt:lpstr>Power bi dashboard</vt:lpstr>
      <vt:lpstr>tableau dashboard</vt:lpstr>
      <vt:lpstr>Mysql queries</vt:lpstr>
      <vt:lpstr>Mysql queries</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Lav Dubey</dc:creator>
  <cp:lastModifiedBy>Lav Dubey</cp:lastModifiedBy>
  <cp:revision>1</cp:revision>
  <dcterms:created xsi:type="dcterms:W3CDTF">2026-08-11T16:32:15Z</dcterms:created>
  <dcterms:modified xsi:type="dcterms:W3CDTF">2026-08-14T15:36:13Z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